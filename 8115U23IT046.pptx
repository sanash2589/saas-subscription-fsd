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57" r:id="rId5"/>
    <p:sldId id="258" r:id="rId6"/>
    <p:sldId id="259" r:id="rId7"/>
    <p:sldId id="260" r:id="rId8"/>
    <p:sldId id="262" r:id="rId9"/>
    <p:sldId id="276" r:id="rId10"/>
    <p:sldId id="263" r:id="rId11"/>
    <p:sldId id="261" r:id="rId12"/>
    <p:sldId id="277" r:id="rId13"/>
    <p:sldId id="264" r:id="rId14"/>
    <p:sldId id="266" r:id="rId15"/>
    <p:sldId id="270" r:id="rId16"/>
    <p:sldId id="271" r:id="rId17"/>
    <p:sldId id="272" r:id="rId18"/>
  </p:sldIdLst>
  <p:sldSz cx="9144000" cy="6858000" type="screen4x3"/>
  <p:notesSz cx="9144000" cy="6858000"/>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userDrawn="1">
          <p15:clr>
            <a:srgbClr val="A4A3A4"/>
          </p15:clr>
        </p15:guide>
        <p15:guide id="2" pos="285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3F875F3-3D31-4828-838F-73F7B5CD5988}" styleName="Style 3">
    <a:wholeTbl>
      <a:tcTxStyle>
        <a:fontRef idx="minor">
          <a:srgbClr val="000000"/>
        </a:fontRef>
        <a:schemeClr val="tx1"/>
      </a:tcTxStyle>
      <a:tcStyle>
        <a:tcBdr>
          <a:left>
            <a:ln w="12700">
              <a:solidFill>
                <a:schemeClr val="tx1"/>
              </a:solidFill>
            </a:ln>
          </a:left>
          <a:right>
            <a:ln w="12700">
              <a:solidFill>
                <a:schemeClr val="tx1"/>
              </a:solidFill>
            </a:ln>
          </a:right>
          <a:top>
            <a:ln w="12700">
              <a:solidFill>
                <a:schemeClr val="tx1"/>
              </a:solidFill>
            </a:ln>
          </a:top>
          <a:bottom>
            <a:ln w="12700">
              <a:solidFill>
                <a:schemeClr val="tx1"/>
              </a:solidFill>
            </a:ln>
          </a:bottom>
          <a:insideH>
            <a:ln w="12700">
              <a:solidFill>
                <a:schemeClr val="tx1"/>
              </a:solidFill>
            </a:ln>
          </a:insideH>
          <a:insideV>
            <a:ln w="12700">
              <a:solidFill>
                <a:schemeClr val="tx1"/>
              </a:solidFill>
            </a:ln>
          </a:insideV>
        </a:tcBdr>
        <a:fill>
          <a:noFill/>
        </a:fill>
      </a:tcStyle>
    </a:wholeTbl>
    <a:band1H>
      <a:tcStyle>
        <a:tcBdr/>
        <a:fill>
          <a:solidFill>
            <a:schemeClr val="tx1">
              <a:alpha val="19999"/>
            </a:schemeClr>
          </a:solidFill>
        </a:fill>
      </a:tcStyle>
    </a:band1H>
    <a:band1V>
      <a:tcStyle>
        <a:tcBdr/>
        <a:fill>
          <a:solidFill>
            <a:schemeClr val="tx1">
              <a:alpha val="19999"/>
            </a:schemeClr>
          </a:solidFill>
        </a:fill>
      </a:tcStyle>
    </a:band1V>
    <a:lastCol>
      <a:tcTxStyle b="on"/>
      <a:tcStyle>
        <a:tcBdr/>
      </a:tcStyle>
    </a:lastCol>
    <a:firstCol>
      <a:tcTxStyle b="on"/>
      <a:tcStyle>
        <a:tcBdr/>
      </a:tcStyle>
    </a:firstCol>
    <a:lastRow>
      <a:tcTxStyle b="on"/>
      <a:tcStyle>
        <a:tcBdr>
          <a:top>
            <a:ln w="50800">
              <a:solidFill>
                <a:schemeClr val="tx1"/>
              </a:solidFill>
            </a:ln>
          </a:top>
        </a:tcBdr>
        <a:fill>
          <a:noFill/>
        </a:fill>
      </a:tcStyle>
    </a:lastRow>
    <a:firstRow>
      <a:tcTxStyle b="on"/>
      <a:tcStyle>
        <a:tcBdr>
          <a:bottom>
            <a:ln w="25400">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4" autoAdjust="0"/>
    <p:restoredTop sz="94660"/>
  </p:normalViewPr>
  <p:slideViewPr>
    <p:cSldViewPr showGuides="1">
      <p:cViewPr>
        <p:scale>
          <a:sx n="63" d="100"/>
          <a:sy n="63" d="100"/>
        </p:scale>
        <p:origin x="1216" y="340"/>
      </p:cViewPr>
      <p:guideLst>
        <p:guide orient="horz" pos="2160"/>
        <p:guide pos="285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p:spPr>
        <p:txBody>
          <a:bodyPr rtlCol="0"/>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85800" y="2130425"/>
            <a:ext cx="7772400" cy="1470025"/>
          </a:xfrm>
        </p:spPr>
        <p:txBody>
          <a:bodyPr rtlCol="0"/>
          <a:lstStyle/>
          <a:p>
            <a:r>
              <a:rPr lang="en-US" dirty="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rtlCol="0"/>
          <a:lstStyle>
            <a:lvl1pPr marL="0" lvl="0" indent="0" algn="ctr">
              <a:buNone/>
              <a:defRPr lang="en-US" dirty="0">
                <a:solidFill>
                  <a:schemeClr val="tx1">
                    <a:tint val="75000"/>
                  </a:schemeClr>
                </a:solidFill>
              </a:defRPr>
            </a:lvl1pPr>
            <a:lvl2pPr marL="457200" lvl="1" indent="0" algn="ctr">
              <a:buNone/>
              <a:defRPr lang="en-US" dirty="0">
                <a:solidFill>
                  <a:schemeClr val="tx1">
                    <a:tint val="75000"/>
                  </a:schemeClr>
                </a:solidFill>
              </a:defRPr>
            </a:lvl2pPr>
            <a:lvl3pPr marL="914400" lvl="2" indent="0" algn="ctr">
              <a:buNone/>
              <a:defRPr lang="en-US" dirty="0">
                <a:solidFill>
                  <a:schemeClr val="tx1">
                    <a:tint val="75000"/>
                  </a:schemeClr>
                </a:solidFill>
              </a:defRPr>
            </a:lvl3pPr>
            <a:lvl4pPr marL="1371600" lvl="3" indent="0" algn="ctr">
              <a:buNone/>
              <a:defRPr lang="en-US" dirty="0">
                <a:solidFill>
                  <a:schemeClr val="tx1">
                    <a:tint val="75000"/>
                  </a:schemeClr>
                </a:solidFill>
              </a:defRPr>
            </a:lvl4pPr>
            <a:lvl5pPr marL="1828800" lvl="4" indent="0" algn="ctr">
              <a:buNone/>
              <a:defRPr lang="en-US" dirty="0">
                <a:solidFill>
                  <a:schemeClr val="tx1">
                    <a:tint val="75000"/>
                  </a:schemeClr>
                </a:solidFill>
              </a:defRPr>
            </a:lvl5pPr>
            <a:lvl6pPr marL="2286000" lvl="5" indent="0" algn="ctr">
              <a:buNone/>
              <a:defRPr lang="en-US" dirty="0">
                <a:solidFill>
                  <a:schemeClr val="tx1">
                    <a:tint val="75000"/>
                  </a:schemeClr>
                </a:solidFill>
              </a:defRPr>
            </a:lvl6pPr>
            <a:lvl7pPr marL="2743200" lvl="6" indent="0" algn="ctr">
              <a:buNone/>
              <a:defRPr lang="en-US" dirty="0">
                <a:solidFill>
                  <a:schemeClr val="tx1">
                    <a:tint val="75000"/>
                  </a:schemeClr>
                </a:solidFill>
              </a:defRPr>
            </a:lvl7pPr>
            <a:lvl8pPr marL="3200400" lvl="7" indent="0" algn="ctr">
              <a:buNone/>
              <a:defRPr lang="en-US" dirty="0">
                <a:solidFill>
                  <a:schemeClr val="tx1">
                    <a:tint val="75000"/>
                  </a:schemeClr>
                </a:solidFill>
              </a:defRPr>
            </a:lvl8pPr>
            <a:lvl9pPr marL="3657600" lvl="8" indent="0" algn="ctr">
              <a:buNone/>
              <a:defRPr lang="en-US" dirty="0">
                <a:solidFill>
                  <a:schemeClr val="tx1">
                    <a:tint val="75000"/>
                  </a:schemeClr>
                </a:solidFill>
              </a:defRPr>
            </a:lvl9pPr>
          </a:lstStyle>
          <a:p>
            <a:r>
              <a:rPr lang="en-US" dirty="0"/>
              <a:t>Click to edit Master subtitle style</a:t>
            </a:r>
            <a:endParaRPr lang="en-US" dirty="0"/>
          </a:p>
        </p:txBody>
      </p:sp>
      <p:sp>
        <p:nvSpPr>
          <p:cNvPr id="4" name="Date Placeholder 3"/>
          <p:cNvSpPr>
            <a:spLocks noGrp="1"/>
          </p:cNvSpPr>
          <p:nvPr>
            <p:ph type="dt" sz="half" idx="10"/>
          </p:nvPr>
        </p:nvSpPr>
        <p:spPr/>
        <p:txBody>
          <a:bodyPr rtlCol="0"/>
          <a:lstStyle/>
          <a:p>
            <a:r>
              <a:rPr lang="en-US"/>
              <a:t>Date</a:t>
            </a:r>
            <a:endParaRPr lang="en-US" dirty="0"/>
          </a:p>
        </p:txBody>
      </p:sp>
      <p:sp>
        <p:nvSpPr>
          <p:cNvPr id="5" name="Footer Placeholder 4"/>
          <p:cNvSpPr>
            <a:spLocks noGrp="1"/>
          </p:cNvSpPr>
          <p:nvPr>
            <p:ph type="ftr" sz="quarter" idx="11"/>
          </p:nvPr>
        </p:nvSpPr>
        <p:spPr/>
        <p:txBody>
          <a:bodyPr rtlCol="0"/>
          <a:lstStyle/>
          <a:p>
            <a:r>
              <a:rPr lang="en-US"/>
              <a:t>ITC1327  Full Stack Development</a:t>
            </a:r>
            <a:endParaRPr lang="en-US" dirty="0"/>
          </a:p>
        </p:txBody>
      </p:sp>
      <p:sp>
        <p:nvSpPr>
          <p:cNvPr id="6" name="Slide Number Placeholder 5"/>
          <p:cNvSpPr>
            <a:spLocks noGrp="1"/>
          </p:cNvSpPr>
          <p:nvPr>
            <p:ph type="sldNum" sz="quarter" idx="12"/>
          </p:nvPr>
        </p:nvSpPr>
        <p:spPr/>
        <p:txBody>
          <a:bodyPr rtlCol="0"/>
          <a:lstStyle/>
          <a:p>
            <a:fld id="{0E4B9277-7AA6-4C76-8021-64B0DED65EA8}" type="slidenum">
              <a:rPr/>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r>
              <a:rPr lang="en-US" dirty="0"/>
              <a:t>Click to edit Master title style</a:t>
            </a:r>
            <a:endParaRPr lang="en-US" dirty="0"/>
          </a:p>
        </p:txBody>
      </p:sp>
      <p:sp>
        <p:nvSpPr>
          <p:cNvPr id="3" name="Content Placeholder 2"/>
          <p:cNvSpPr>
            <a:spLocks noGrp="1"/>
          </p:cNvSpPr>
          <p:nvPr>
            <p:ph idx="1"/>
          </p:nvPr>
        </p:nvSpPr>
        <p:spPr/>
        <p:txBody>
          <a:bodyPr rtlCol="0"/>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rtlCol="0"/>
          <a:lstStyle/>
          <a:p>
            <a:r>
              <a:rPr lang="en-US"/>
              <a:t>Date</a:t>
            </a:r>
            <a:endParaRPr lang="en-US" dirty="0"/>
          </a:p>
        </p:txBody>
      </p:sp>
      <p:sp>
        <p:nvSpPr>
          <p:cNvPr id="5" name="Footer Placeholder 4"/>
          <p:cNvSpPr>
            <a:spLocks noGrp="1"/>
          </p:cNvSpPr>
          <p:nvPr>
            <p:ph type="ftr" sz="quarter" idx="11"/>
          </p:nvPr>
        </p:nvSpPr>
        <p:spPr/>
        <p:txBody>
          <a:bodyPr rtlCol="0"/>
          <a:lstStyle/>
          <a:p>
            <a:r>
              <a:rPr lang="en-US"/>
              <a:t>ITC1327  Full Stack Development</a:t>
            </a:r>
            <a:endParaRPr lang="en-US" dirty="0"/>
          </a:p>
        </p:txBody>
      </p:sp>
      <p:sp>
        <p:nvSpPr>
          <p:cNvPr id="6" name="Slide Number Placeholder 5"/>
          <p:cNvSpPr>
            <a:spLocks noGrp="1"/>
          </p:cNvSpPr>
          <p:nvPr>
            <p:ph type="sldNum" sz="quarter" idx="12"/>
          </p:nvPr>
        </p:nvSpPr>
        <p:spPr/>
        <p:txBody>
          <a:bodyPr rtlCol="0"/>
          <a:lstStyle/>
          <a:p>
            <a:fld id="{ECC01C6F-4B9C-4E99-AE24-007D150E7AFF}" type="slidenum">
              <a:rPr/>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rtlCol="0" anchor="t"/>
          <a:lstStyle>
            <a:lvl1pPr lvl="0" algn="l">
              <a:defRPr lang="en-US" sz="4000" b="1" cap="all" dirty="0">
                <a:latin typeface="+mj-lt"/>
              </a:defRPr>
            </a:lvl1pPr>
          </a:lstStyle>
          <a:p>
            <a:r>
              <a:rPr lang="en-US" dirty="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rtlCol="0" anchor="b"/>
          <a:lstStyle>
            <a:lvl1pPr marL="0" lvl="0" indent="0">
              <a:buNone/>
              <a:defRPr lang="en-US" sz="2000" dirty="0">
                <a:solidFill>
                  <a:schemeClr val="tx1">
                    <a:tint val="75000"/>
                  </a:schemeClr>
                </a:solidFill>
              </a:defRPr>
            </a:lvl1pPr>
            <a:lvl2pPr marL="457200" lvl="1" indent="0">
              <a:buNone/>
              <a:defRPr lang="en-US" sz="1800" dirty="0">
                <a:solidFill>
                  <a:schemeClr val="tx1">
                    <a:tint val="75000"/>
                  </a:schemeClr>
                </a:solidFill>
              </a:defRPr>
            </a:lvl2pPr>
            <a:lvl3pPr marL="914400" lvl="2" indent="0">
              <a:buNone/>
              <a:defRPr lang="en-US" sz="1600" dirty="0">
                <a:solidFill>
                  <a:schemeClr val="tx1">
                    <a:tint val="75000"/>
                  </a:schemeClr>
                </a:solidFill>
              </a:defRPr>
            </a:lvl3pPr>
            <a:lvl4pPr marL="1371600" lvl="3" indent="0">
              <a:buNone/>
              <a:defRPr lang="en-US" sz="1400" dirty="0">
                <a:solidFill>
                  <a:schemeClr val="tx1">
                    <a:tint val="75000"/>
                  </a:schemeClr>
                </a:solidFill>
              </a:defRPr>
            </a:lvl4pPr>
            <a:lvl5pPr marL="1828800" lvl="4" indent="0">
              <a:buNone/>
              <a:defRPr lang="en-US" sz="1400" dirty="0">
                <a:solidFill>
                  <a:schemeClr val="tx1">
                    <a:tint val="75000"/>
                  </a:schemeClr>
                </a:solidFill>
              </a:defRPr>
            </a:lvl5pPr>
            <a:lvl6pPr marL="2286000" lvl="5" indent="0">
              <a:buNone/>
              <a:defRPr lang="en-US" sz="1400" dirty="0">
                <a:solidFill>
                  <a:schemeClr val="tx1">
                    <a:tint val="75000"/>
                  </a:schemeClr>
                </a:solidFill>
              </a:defRPr>
            </a:lvl6pPr>
            <a:lvl7pPr marL="2743200" lvl="6" indent="0">
              <a:buNone/>
              <a:defRPr lang="en-US" sz="1400" dirty="0">
                <a:solidFill>
                  <a:schemeClr val="tx1">
                    <a:tint val="75000"/>
                  </a:schemeClr>
                </a:solidFill>
              </a:defRPr>
            </a:lvl7pPr>
            <a:lvl8pPr marL="3200400" lvl="7" indent="0">
              <a:buNone/>
              <a:defRPr lang="en-US" sz="1400" dirty="0">
                <a:solidFill>
                  <a:schemeClr val="tx1">
                    <a:tint val="75000"/>
                  </a:schemeClr>
                </a:solidFill>
              </a:defRPr>
            </a:lvl8pPr>
            <a:lvl9pPr marL="3657600" lvl="8" indent="0">
              <a:buNone/>
              <a:defRPr lang="en-US" sz="1400" dirty="0">
                <a:solidFill>
                  <a:schemeClr val="tx1">
                    <a:tint val="75000"/>
                  </a:schemeClr>
                </a:solidFill>
              </a:defRPr>
            </a:lvl9pPr>
          </a:lstStyle>
          <a:p>
            <a:pPr lvl="0"/>
            <a:r>
              <a:rPr lang="en-US" dirty="0"/>
              <a:t>Click to edit Master text styles</a:t>
            </a:r>
            <a:endParaRPr lang="en-US" dirty="0"/>
          </a:p>
        </p:txBody>
      </p:sp>
      <p:sp>
        <p:nvSpPr>
          <p:cNvPr id="4" name="Date Placeholder 3"/>
          <p:cNvSpPr>
            <a:spLocks noGrp="1"/>
          </p:cNvSpPr>
          <p:nvPr>
            <p:ph type="dt" sz="half" idx="10"/>
          </p:nvPr>
        </p:nvSpPr>
        <p:spPr/>
        <p:txBody>
          <a:bodyPr rtlCol="0"/>
          <a:lstStyle/>
          <a:p>
            <a:r>
              <a:rPr lang="en-US"/>
              <a:t>Date</a:t>
            </a:r>
            <a:endParaRPr lang="en-US" dirty="0"/>
          </a:p>
        </p:txBody>
      </p:sp>
      <p:sp>
        <p:nvSpPr>
          <p:cNvPr id="5" name="Footer Placeholder 4"/>
          <p:cNvSpPr>
            <a:spLocks noGrp="1"/>
          </p:cNvSpPr>
          <p:nvPr>
            <p:ph type="ftr" sz="quarter" idx="11"/>
          </p:nvPr>
        </p:nvSpPr>
        <p:spPr/>
        <p:txBody>
          <a:bodyPr rtlCol="0"/>
          <a:lstStyle/>
          <a:p>
            <a:r>
              <a:rPr lang="en-US"/>
              <a:t>ITC1327  Full Stack Development</a:t>
            </a:r>
            <a:endParaRPr lang="en-US" dirty="0"/>
          </a:p>
        </p:txBody>
      </p:sp>
      <p:sp>
        <p:nvSpPr>
          <p:cNvPr id="6" name="Slide Number Placeholder 5"/>
          <p:cNvSpPr>
            <a:spLocks noGrp="1"/>
          </p:cNvSpPr>
          <p:nvPr>
            <p:ph type="sldNum" sz="quarter" idx="12"/>
          </p:nvPr>
        </p:nvSpPr>
        <p:spPr/>
        <p:txBody>
          <a:bodyPr rtlCol="0"/>
          <a:lstStyle/>
          <a:p>
            <a:fld id="{36945B44-3AA2-45EB-AC3A-6B7A435743CB}" type="slidenum">
              <a:rPr/>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r>
              <a:rPr lang="en-US" dirty="0"/>
              <a:t>Click to edit Master title style</a:t>
            </a:r>
            <a:endParaRPr lang="en-US" dirty="0"/>
          </a:p>
        </p:txBody>
      </p:sp>
      <p:sp>
        <p:nvSpPr>
          <p:cNvPr id="3" name="Content Placeholder 2"/>
          <p:cNvSpPr>
            <a:spLocks noGrp="1"/>
          </p:cNvSpPr>
          <p:nvPr>
            <p:ph idx="1"/>
          </p:nvPr>
        </p:nvSpPr>
        <p:spPr>
          <a:xfrm>
            <a:off x="457200" y="1600200"/>
            <a:ext cx="4038600" cy="4525962"/>
          </a:xfrm>
        </p:spPr>
        <p:txBody>
          <a:bodyPr rtlCol="0"/>
          <a:lstStyle>
            <a:lvl1pPr lvl="0">
              <a:defRPr lang="en-US" sz="2800" dirty="0"/>
            </a:lvl1pPr>
            <a:lvl2pPr lvl="1">
              <a:defRPr lang="en-US" sz="2400" dirty="0"/>
            </a:lvl2pPr>
            <a:lvl3pPr lvl="2">
              <a:defRPr lang="en-US" sz="2000" dirty="0"/>
            </a:lvl3pPr>
            <a:lvl4pPr lvl="3">
              <a:defRPr lang="en-US" sz="1800" dirty="0"/>
            </a:lvl4pPr>
            <a:lvl5pPr lvl="4">
              <a:defRPr lang="en-US" sz="1800" dirty="0"/>
            </a:lvl5pPr>
            <a:lvl6pPr lvl="5">
              <a:defRPr lang="en-US" sz="1800" dirty="0"/>
            </a:lvl6pPr>
            <a:lvl7pPr lvl="6">
              <a:defRPr lang="en-US" sz="1800" dirty="0"/>
            </a:lvl7pPr>
            <a:lvl8pPr lvl="7">
              <a:defRPr lang="en-US" sz="1800" dirty="0"/>
            </a:lvl8pPr>
            <a:lvl9pPr lvl="8">
              <a:defRPr lang="en-US" sz="1800" dirty="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idx="2"/>
          </p:nvPr>
        </p:nvSpPr>
        <p:spPr>
          <a:xfrm>
            <a:off x="4648200" y="1600200"/>
            <a:ext cx="4038600" cy="4525962"/>
          </a:xfrm>
        </p:spPr>
        <p:txBody>
          <a:bodyPr rtlCol="0"/>
          <a:lstStyle>
            <a:lvl1pPr lvl="0">
              <a:defRPr lang="en-US" sz="2800" dirty="0"/>
            </a:lvl1pPr>
            <a:lvl2pPr lvl="1">
              <a:defRPr lang="en-US" sz="2400" dirty="0"/>
            </a:lvl2pPr>
            <a:lvl3pPr lvl="2">
              <a:defRPr lang="en-US" sz="2000" dirty="0"/>
            </a:lvl3pPr>
            <a:lvl4pPr lvl="3">
              <a:defRPr lang="en-US" sz="1800" dirty="0"/>
            </a:lvl4pPr>
            <a:lvl5pPr lvl="4">
              <a:defRPr lang="en-US" sz="1800" dirty="0"/>
            </a:lvl5pPr>
            <a:lvl6pPr lvl="5">
              <a:defRPr lang="en-US" sz="1800" dirty="0"/>
            </a:lvl6pPr>
            <a:lvl7pPr lvl="6">
              <a:defRPr lang="en-US" sz="1800" dirty="0"/>
            </a:lvl7pPr>
            <a:lvl8pPr lvl="7">
              <a:defRPr lang="en-US" sz="1800" dirty="0"/>
            </a:lvl8pPr>
            <a:lvl9pPr lvl="8">
              <a:defRPr lang="en-US" sz="1800" dirty="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nvPr>
        </p:nvSpPr>
        <p:spPr/>
        <p:txBody>
          <a:bodyPr rtlCol="0"/>
          <a:lstStyle/>
          <a:p>
            <a:r>
              <a:rPr lang="en-US"/>
              <a:t>Date</a:t>
            </a:r>
            <a:endParaRPr lang="en-US" dirty="0"/>
          </a:p>
        </p:txBody>
      </p:sp>
      <p:sp>
        <p:nvSpPr>
          <p:cNvPr id="6" name="Footer Placeholder 5"/>
          <p:cNvSpPr>
            <a:spLocks noGrp="1"/>
          </p:cNvSpPr>
          <p:nvPr>
            <p:ph type="ftr" sz="quarter" idx="11"/>
          </p:nvPr>
        </p:nvSpPr>
        <p:spPr/>
        <p:txBody>
          <a:bodyPr rtlCol="0"/>
          <a:lstStyle/>
          <a:p>
            <a:r>
              <a:rPr lang="en-US"/>
              <a:t>ITC1327  Full Stack Development</a:t>
            </a:r>
            <a:endParaRPr lang="en-US" dirty="0"/>
          </a:p>
        </p:txBody>
      </p:sp>
      <p:sp>
        <p:nvSpPr>
          <p:cNvPr id="7" name="Slide Number Placeholder 6"/>
          <p:cNvSpPr>
            <a:spLocks noGrp="1"/>
          </p:cNvSpPr>
          <p:nvPr>
            <p:ph type="sldNum" sz="quarter" idx="12"/>
          </p:nvPr>
        </p:nvSpPr>
        <p:spPr/>
        <p:txBody>
          <a:bodyPr rtlCol="0"/>
          <a:lstStyle/>
          <a:p>
            <a:fld id="{21EFC4D2-014D-452A-835D-88C6464E25BD}" type="slidenum">
              <a:rPr/>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lvl1pPr lvl="0"/>
          </a:lstStyle>
          <a:p>
            <a:r>
              <a:rPr lang="en-US" dirty="0"/>
              <a:t>Click to edit Master title style</a:t>
            </a:r>
            <a:endParaRPr lang="en-US" dirty="0"/>
          </a:p>
        </p:txBody>
      </p:sp>
      <p:sp>
        <p:nvSpPr>
          <p:cNvPr id="3" name="Text Placeholder 2"/>
          <p:cNvSpPr>
            <a:spLocks noGrp="1"/>
          </p:cNvSpPr>
          <p:nvPr>
            <p:ph type="body" idx="1"/>
          </p:nvPr>
        </p:nvSpPr>
        <p:spPr>
          <a:xfrm>
            <a:off x="457200" y="1535113"/>
            <a:ext cx="4040187" cy="639762"/>
          </a:xfrm>
        </p:spPr>
        <p:txBody>
          <a:bodyPr rtlCol="0" anchor="b"/>
          <a:lstStyle>
            <a:lvl1pPr marL="0" lvl="0" indent="0">
              <a:buNone/>
              <a:defRPr lang="en-US" sz="2400" b="1" dirty="0">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endParaRPr lang="en-US" dirty="0"/>
          </a:p>
        </p:txBody>
      </p:sp>
      <p:sp>
        <p:nvSpPr>
          <p:cNvPr id="4" name="Content Placeholder 3"/>
          <p:cNvSpPr>
            <a:spLocks noGrp="1"/>
          </p:cNvSpPr>
          <p:nvPr>
            <p:ph idx="2"/>
          </p:nvPr>
        </p:nvSpPr>
        <p:spPr>
          <a:xfrm>
            <a:off x="457200" y="2174875"/>
            <a:ext cx="4040187" cy="3951288"/>
          </a:xfrm>
        </p:spPr>
        <p:txBody>
          <a:bodyPr rtlCol="0"/>
          <a:lstStyle>
            <a:lvl1pPr lvl="0">
              <a:defRPr lang="en-US" sz="2400" dirty="0"/>
            </a:lvl1pPr>
            <a:lvl2pPr lvl="1">
              <a:defRPr lang="en-US" sz="2000" dirty="0"/>
            </a:lvl2pPr>
            <a:lvl3pPr lvl="2">
              <a:defRPr lang="en-US" sz="1800" dirty="0"/>
            </a:lvl3pPr>
            <a:lvl4pPr lvl="3">
              <a:defRPr lang="en-US" sz="1600" dirty="0"/>
            </a:lvl4pPr>
            <a:lvl5pPr lvl="4">
              <a:defRPr lang="en-US" sz="1600" dirty="0"/>
            </a:lvl5pPr>
            <a:lvl6pPr lvl="5">
              <a:defRPr lang="en-US" sz="1600" dirty="0"/>
            </a:lvl6pPr>
            <a:lvl7pPr lvl="6">
              <a:defRPr lang="en-US" sz="1600" dirty="0"/>
            </a:lvl7pPr>
            <a:lvl8pPr lvl="7">
              <a:defRPr lang="en-US" sz="1600" dirty="0"/>
            </a:lvl8pPr>
            <a:lvl9pPr lvl="8">
              <a:defRPr lang="en-US" sz="1600" dirty="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idx="3"/>
          </p:nvPr>
        </p:nvSpPr>
        <p:spPr>
          <a:xfrm>
            <a:off x="4645025" y="1535113"/>
            <a:ext cx="4041774" cy="639762"/>
          </a:xfrm>
        </p:spPr>
        <p:txBody>
          <a:bodyPr rtlCol="0" anchor="b"/>
          <a:lstStyle>
            <a:lvl1pPr marL="0" lvl="0" indent="0">
              <a:buNone/>
              <a:defRPr lang="en-US" sz="2400" b="1" dirty="0">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endParaRPr lang="en-US" dirty="0"/>
          </a:p>
        </p:txBody>
      </p:sp>
      <p:sp>
        <p:nvSpPr>
          <p:cNvPr id="6" name="Content Placeholder 5"/>
          <p:cNvSpPr>
            <a:spLocks noGrp="1"/>
          </p:cNvSpPr>
          <p:nvPr>
            <p:ph idx="4"/>
          </p:nvPr>
        </p:nvSpPr>
        <p:spPr>
          <a:xfrm>
            <a:off x="4645025" y="2174875"/>
            <a:ext cx="4041774" cy="3951288"/>
          </a:xfrm>
        </p:spPr>
        <p:txBody>
          <a:bodyPr rtlCol="0"/>
          <a:lstStyle>
            <a:lvl1pPr lvl="0">
              <a:defRPr lang="en-US" sz="2400" dirty="0"/>
            </a:lvl1pPr>
            <a:lvl2pPr lvl="1">
              <a:defRPr lang="en-US" sz="2000" dirty="0"/>
            </a:lvl2pPr>
            <a:lvl3pPr lvl="2">
              <a:defRPr lang="en-US" sz="1800" dirty="0"/>
            </a:lvl3pPr>
            <a:lvl4pPr lvl="3">
              <a:defRPr lang="en-US" sz="1600" dirty="0"/>
            </a:lvl4pPr>
            <a:lvl5pPr lvl="4">
              <a:defRPr lang="en-US" sz="1600" dirty="0"/>
            </a:lvl5pPr>
            <a:lvl6pPr lvl="5">
              <a:defRPr lang="en-US" sz="1600" dirty="0"/>
            </a:lvl6pPr>
            <a:lvl7pPr lvl="6">
              <a:defRPr lang="en-US" sz="1600" dirty="0"/>
            </a:lvl7pPr>
            <a:lvl8pPr lvl="7">
              <a:defRPr lang="en-US" sz="1600" dirty="0"/>
            </a:lvl8pPr>
            <a:lvl9pPr lvl="8">
              <a:defRPr lang="en-US" sz="1600" dirty="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Date Placeholder 6"/>
          <p:cNvSpPr>
            <a:spLocks noGrp="1"/>
          </p:cNvSpPr>
          <p:nvPr>
            <p:ph type="dt" sz="half" idx="10"/>
          </p:nvPr>
        </p:nvSpPr>
        <p:spPr/>
        <p:txBody>
          <a:bodyPr rtlCol="0"/>
          <a:lstStyle/>
          <a:p>
            <a:r>
              <a:rPr lang="en-US"/>
              <a:t>Date</a:t>
            </a:r>
            <a:endParaRPr lang="en-US" dirty="0"/>
          </a:p>
        </p:txBody>
      </p:sp>
      <p:sp>
        <p:nvSpPr>
          <p:cNvPr id="8" name="Footer Placeholder 7"/>
          <p:cNvSpPr>
            <a:spLocks noGrp="1"/>
          </p:cNvSpPr>
          <p:nvPr>
            <p:ph type="ftr" sz="quarter" idx="11"/>
          </p:nvPr>
        </p:nvSpPr>
        <p:spPr/>
        <p:txBody>
          <a:bodyPr rtlCol="0"/>
          <a:lstStyle/>
          <a:p>
            <a:r>
              <a:rPr lang="en-US"/>
              <a:t>ITC1327  Full Stack Development</a:t>
            </a:r>
            <a:endParaRPr lang="en-US" dirty="0"/>
          </a:p>
        </p:txBody>
      </p:sp>
      <p:sp>
        <p:nvSpPr>
          <p:cNvPr id="9" name="Slide Number Placeholder 8"/>
          <p:cNvSpPr>
            <a:spLocks noGrp="1"/>
          </p:cNvSpPr>
          <p:nvPr>
            <p:ph type="sldNum" sz="quarter" idx="12"/>
          </p:nvPr>
        </p:nvSpPr>
        <p:spPr/>
        <p:txBody>
          <a:bodyPr rtlCol="0"/>
          <a:lstStyle/>
          <a:p>
            <a:fld id="{4A160510-1885-4196-AAB6-4042EEDACC14}" type="slidenum">
              <a:rPr/>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r>
              <a:rPr lang="en-US" dirty="0"/>
              <a:t>Click to edit Master title style</a:t>
            </a:r>
            <a:endParaRPr lang="en-US" dirty="0"/>
          </a:p>
        </p:txBody>
      </p:sp>
      <p:sp>
        <p:nvSpPr>
          <p:cNvPr id="3" name="Date Placeholder 2"/>
          <p:cNvSpPr>
            <a:spLocks noGrp="1"/>
          </p:cNvSpPr>
          <p:nvPr>
            <p:ph type="dt" sz="half" idx="10"/>
          </p:nvPr>
        </p:nvSpPr>
        <p:spPr/>
        <p:txBody>
          <a:bodyPr rtlCol="0"/>
          <a:lstStyle/>
          <a:p>
            <a:r>
              <a:rPr lang="en-US"/>
              <a:t>Date</a:t>
            </a:r>
            <a:endParaRPr lang="en-US" dirty="0"/>
          </a:p>
        </p:txBody>
      </p:sp>
      <p:sp>
        <p:nvSpPr>
          <p:cNvPr id="4" name="Footer Placeholder 3"/>
          <p:cNvSpPr>
            <a:spLocks noGrp="1"/>
          </p:cNvSpPr>
          <p:nvPr>
            <p:ph type="ftr" sz="quarter" idx="11"/>
          </p:nvPr>
        </p:nvSpPr>
        <p:spPr/>
        <p:txBody>
          <a:bodyPr rtlCol="0"/>
          <a:lstStyle/>
          <a:p>
            <a:r>
              <a:rPr lang="en-US"/>
              <a:t>ITC1327  Full Stack Development</a:t>
            </a:r>
            <a:endParaRPr lang="en-US" dirty="0"/>
          </a:p>
        </p:txBody>
      </p:sp>
      <p:sp>
        <p:nvSpPr>
          <p:cNvPr id="5" name="Slide Number Placeholder 4"/>
          <p:cNvSpPr>
            <a:spLocks noGrp="1"/>
          </p:cNvSpPr>
          <p:nvPr>
            <p:ph type="sldNum" sz="quarter" idx="12"/>
          </p:nvPr>
        </p:nvSpPr>
        <p:spPr/>
        <p:txBody>
          <a:bodyPr rtlCol="0"/>
          <a:lstStyle/>
          <a:p>
            <a:fld id="{A2DE347D-F2F0-4C1F-AFD7-1D126B01B45A}" type="slidenum">
              <a:rPr/>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r>
              <a:rPr lang="en-US"/>
              <a:t>Date</a:t>
            </a:r>
            <a:endParaRPr lang="en-US" dirty="0"/>
          </a:p>
        </p:txBody>
      </p:sp>
      <p:sp>
        <p:nvSpPr>
          <p:cNvPr id="3" name="Footer Placeholder 2"/>
          <p:cNvSpPr>
            <a:spLocks noGrp="1"/>
          </p:cNvSpPr>
          <p:nvPr>
            <p:ph type="ftr" sz="quarter" idx="11"/>
          </p:nvPr>
        </p:nvSpPr>
        <p:spPr/>
        <p:txBody>
          <a:bodyPr rtlCol="0"/>
          <a:lstStyle/>
          <a:p>
            <a:r>
              <a:rPr lang="en-US"/>
              <a:t>ITC1327  Full Stack Development</a:t>
            </a:r>
            <a:endParaRPr lang="en-US" dirty="0"/>
          </a:p>
        </p:txBody>
      </p:sp>
      <p:sp>
        <p:nvSpPr>
          <p:cNvPr id="4" name="Slide Number Placeholder 3"/>
          <p:cNvSpPr>
            <a:spLocks noGrp="1"/>
          </p:cNvSpPr>
          <p:nvPr>
            <p:ph type="sldNum" sz="quarter" idx="12"/>
          </p:nvPr>
        </p:nvSpPr>
        <p:spPr/>
        <p:txBody>
          <a:bodyPr rtlCol="0"/>
          <a:lstStyle/>
          <a:p>
            <a:fld id="{C4F23B7B-1F70-4AE0-85A9-3FED4477D532}" type="slidenum">
              <a:rPr/>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rtlCol="0" anchor="b"/>
          <a:lstStyle>
            <a:lvl1pPr lvl="0" algn="l">
              <a:defRPr lang="en-US" sz="2000" b="1" dirty="0">
                <a:latin typeface="+mj-lt"/>
              </a:defRPr>
            </a:lvl1pPr>
          </a:lstStyle>
          <a:p>
            <a:r>
              <a:rPr lang="en-US" dirty="0"/>
              <a:t>Click to edit Master title style</a:t>
            </a:r>
            <a:endParaRPr lang="en-US" dirty="0"/>
          </a:p>
        </p:txBody>
      </p:sp>
      <p:sp>
        <p:nvSpPr>
          <p:cNvPr id="3" name="Content Placeholder 2"/>
          <p:cNvSpPr>
            <a:spLocks noGrp="1"/>
          </p:cNvSpPr>
          <p:nvPr>
            <p:ph idx="1"/>
          </p:nvPr>
        </p:nvSpPr>
        <p:spPr>
          <a:xfrm>
            <a:off x="3575050" y="273050"/>
            <a:ext cx="5111749" cy="5853112"/>
          </a:xfrm>
        </p:spPr>
        <p:txBody>
          <a:bodyPr rtlCol="0"/>
          <a:lstStyle>
            <a:lvl1pPr lvl="0">
              <a:defRPr lang="en-US" sz="3200" dirty="0"/>
            </a:lvl1pPr>
            <a:lvl2pPr lvl="1">
              <a:defRPr lang="en-US" sz="2800" dirty="0"/>
            </a:lvl2pPr>
            <a:lvl3pPr lvl="2">
              <a:defRPr lang="en-US" sz="2400" dirty="0"/>
            </a:lvl3pPr>
            <a:lvl4pPr lvl="3">
              <a:defRPr lang="en-US" sz="2000" dirty="0"/>
            </a:lvl4pPr>
            <a:lvl5pPr lvl="4">
              <a:defRPr lang="en-US" sz="2000" dirty="0"/>
            </a:lvl5pPr>
            <a:lvl6pPr lvl="5">
              <a:defRPr lang="en-US" sz="2000" dirty="0"/>
            </a:lvl6pPr>
            <a:lvl7pPr lvl="6">
              <a:defRPr lang="en-US" sz="2000" dirty="0"/>
            </a:lvl7pPr>
            <a:lvl8pPr lvl="7">
              <a:defRPr lang="en-US" sz="2000" dirty="0"/>
            </a:lvl8pPr>
            <a:lvl9pPr lvl="8">
              <a:defRPr lang="en-US" sz="2000" dirty="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idx="2"/>
          </p:nvPr>
        </p:nvSpPr>
        <p:spPr>
          <a:xfrm>
            <a:off x="457200" y="1435099"/>
            <a:ext cx="3008313" cy="4691063"/>
          </a:xfrm>
        </p:spPr>
        <p:txBody>
          <a:bodyPr rtlCol="0"/>
          <a:lstStyle>
            <a:lvl1pPr marL="0" lvl="0" indent="0">
              <a:buNone/>
              <a:defRPr lang="en-US" sz="1400" dirty="0"/>
            </a:lvl1pPr>
            <a:lvl2pPr marL="457200" lvl="1" indent="0">
              <a:buNone/>
              <a:defRPr lang="en-US" sz="1200" dirty="0"/>
            </a:lvl2pPr>
            <a:lvl3pPr marL="914400" lvl="2" indent="0">
              <a:buNone/>
              <a:defRPr lang="en-US" sz="1000" dirty="0"/>
            </a:lvl3pPr>
            <a:lvl4pPr marL="1371600" lvl="3" indent="0">
              <a:buNone/>
              <a:defRPr lang="en-US" sz="900" dirty="0"/>
            </a:lvl4pPr>
            <a:lvl5pPr marL="1828800" lvl="4" indent="0">
              <a:buNone/>
              <a:defRPr lang="en-US" sz="900" dirty="0"/>
            </a:lvl5pPr>
            <a:lvl6pPr marL="2286000" lvl="5" indent="0">
              <a:buNone/>
              <a:defRPr lang="en-US" sz="900" dirty="0"/>
            </a:lvl6pPr>
            <a:lvl7pPr marL="2743200" lvl="6" indent="0">
              <a:buNone/>
              <a:defRPr lang="en-US" sz="900" dirty="0"/>
            </a:lvl7pPr>
            <a:lvl8pPr marL="3200400" lvl="7" indent="0">
              <a:buNone/>
              <a:defRPr lang="en-US" sz="900" dirty="0"/>
            </a:lvl8pPr>
            <a:lvl9pPr marL="3657600" lvl="8" indent="0">
              <a:buNone/>
              <a:defRPr lang="en-US" sz="900" dirty="0"/>
            </a:lvl9pPr>
          </a:lstStyle>
          <a:p>
            <a:pPr lvl="0"/>
            <a:r>
              <a:rPr lang="en-US" dirty="0"/>
              <a:t>Click to edit Master text styles</a:t>
            </a:r>
            <a:endParaRPr lang="en-US" dirty="0"/>
          </a:p>
        </p:txBody>
      </p:sp>
      <p:sp>
        <p:nvSpPr>
          <p:cNvPr id="5" name="Date Placeholder 4"/>
          <p:cNvSpPr>
            <a:spLocks noGrp="1"/>
          </p:cNvSpPr>
          <p:nvPr>
            <p:ph type="dt" sz="half" idx="10"/>
          </p:nvPr>
        </p:nvSpPr>
        <p:spPr/>
        <p:txBody>
          <a:bodyPr rtlCol="0"/>
          <a:lstStyle/>
          <a:p>
            <a:r>
              <a:rPr lang="en-US"/>
              <a:t>Date</a:t>
            </a:r>
            <a:endParaRPr lang="en-US" dirty="0"/>
          </a:p>
        </p:txBody>
      </p:sp>
      <p:sp>
        <p:nvSpPr>
          <p:cNvPr id="6" name="Footer Placeholder 5"/>
          <p:cNvSpPr>
            <a:spLocks noGrp="1"/>
          </p:cNvSpPr>
          <p:nvPr>
            <p:ph type="ftr" sz="quarter" idx="11"/>
          </p:nvPr>
        </p:nvSpPr>
        <p:spPr/>
        <p:txBody>
          <a:bodyPr rtlCol="0"/>
          <a:lstStyle/>
          <a:p>
            <a:r>
              <a:rPr lang="en-US"/>
              <a:t>ITC1327  Full Stack Development</a:t>
            </a:r>
            <a:endParaRPr lang="en-US" dirty="0"/>
          </a:p>
        </p:txBody>
      </p:sp>
      <p:sp>
        <p:nvSpPr>
          <p:cNvPr id="7" name="Slide Number Placeholder 6"/>
          <p:cNvSpPr>
            <a:spLocks noGrp="1"/>
          </p:cNvSpPr>
          <p:nvPr>
            <p:ph type="sldNum" sz="quarter" idx="12"/>
          </p:nvPr>
        </p:nvSpPr>
        <p:spPr/>
        <p:txBody>
          <a:bodyPr rtlCol="0"/>
          <a:lstStyle/>
          <a:p>
            <a:fld id="{D1BC840B-8F51-438D-AE39-9D000929EAF5}" type="slidenum">
              <a:rPr/>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rtlCol="0" anchor="b"/>
          <a:lstStyle>
            <a:lvl1pPr lvl="0" algn="l">
              <a:defRPr lang="en-US" sz="2000" b="1" dirty="0">
                <a:latin typeface="+mj-lt"/>
              </a:defRPr>
            </a:lvl1pPr>
          </a:lstStyle>
          <a:p>
            <a:r>
              <a:rPr lang="en-US" dirty="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rtlCol="0"/>
          <a:lstStyle>
            <a:lvl1pPr marL="0" lvl="0" indent="0">
              <a:buNone/>
              <a:defRPr lang="en-US" sz="3200" dirty="0"/>
            </a:lvl1pPr>
            <a:lvl2pPr marL="457200" lvl="1" indent="0">
              <a:buNone/>
              <a:defRPr lang="en-US" sz="2800" dirty="0"/>
            </a:lvl2pPr>
            <a:lvl3pPr marL="914400" lvl="2" indent="0">
              <a:buNone/>
              <a:defRPr lang="en-US" sz="2400" dirty="0"/>
            </a:lvl3pPr>
            <a:lvl4pPr marL="1371600" lvl="3" indent="0">
              <a:buNone/>
              <a:defRPr lang="en-US" sz="2000" dirty="0"/>
            </a:lvl4pPr>
            <a:lvl5pPr marL="1828800" lvl="4" indent="0">
              <a:buNone/>
              <a:defRPr lang="en-US" sz="2000" dirty="0"/>
            </a:lvl5pPr>
            <a:lvl6pPr marL="2286000" lvl="5" indent="0">
              <a:buNone/>
              <a:defRPr lang="en-US" sz="2000" dirty="0"/>
            </a:lvl6pPr>
            <a:lvl7pPr marL="2743200" lvl="6" indent="0">
              <a:buNone/>
              <a:defRPr lang="en-US" sz="2000" dirty="0"/>
            </a:lvl7pPr>
            <a:lvl8pPr marL="3200400" lvl="7" indent="0">
              <a:buNone/>
              <a:defRPr lang="en-US" sz="2000" dirty="0"/>
            </a:lvl8pPr>
            <a:lvl9pPr marL="3657600" lvl="8" indent="0">
              <a:buNone/>
              <a:defRPr lang="en-US" sz="2000" dirty="0"/>
            </a:lvl9pPr>
          </a:lstStyle>
          <a:p>
            <a:endParaRPr lang="en-US" dirty="0"/>
          </a:p>
        </p:txBody>
      </p:sp>
      <p:sp>
        <p:nvSpPr>
          <p:cNvPr id="4" name="Text Placeholder 3"/>
          <p:cNvSpPr>
            <a:spLocks noGrp="1"/>
          </p:cNvSpPr>
          <p:nvPr>
            <p:ph type="body" idx="2"/>
          </p:nvPr>
        </p:nvSpPr>
        <p:spPr>
          <a:xfrm>
            <a:off x="1792288" y="5367337"/>
            <a:ext cx="5486400" cy="804862"/>
          </a:xfrm>
        </p:spPr>
        <p:txBody>
          <a:bodyPr rtlCol="0"/>
          <a:lstStyle>
            <a:lvl1pPr marL="0" lvl="0" indent="0">
              <a:buNone/>
              <a:defRPr lang="en-US" sz="1400" dirty="0"/>
            </a:lvl1pPr>
            <a:lvl2pPr marL="457200" lvl="1" indent="0">
              <a:buNone/>
              <a:defRPr lang="en-US" sz="1200" dirty="0"/>
            </a:lvl2pPr>
            <a:lvl3pPr marL="914400" lvl="2" indent="0">
              <a:buNone/>
              <a:defRPr lang="en-US" sz="1000" dirty="0"/>
            </a:lvl3pPr>
            <a:lvl4pPr marL="1371600" lvl="3" indent="0">
              <a:buNone/>
              <a:defRPr lang="en-US" sz="900" dirty="0"/>
            </a:lvl4pPr>
            <a:lvl5pPr marL="1828800" lvl="4" indent="0">
              <a:buNone/>
              <a:defRPr lang="en-US" sz="900" dirty="0"/>
            </a:lvl5pPr>
            <a:lvl6pPr marL="2286000" lvl="5" indent="0">
              <a:buNone/>
              <a:defRPr lang="en-US" sz="900" dirty="0"/>
            </a:lvl6pPr>
            <a:lvl7pPr marL="2743200" lvl="6" indent="0">
              <a:buNone/>
              <a:defRPr lang="en-US" sz="900" dirty="0"/>
            </a:lvl7pPr>
            <a:lvl8pPr marL="3200400" lvl="7" indent="0">
              <a:buNone/>
              <a:defRPr lang="en-US" sz="900" dirty="0"/>
            </a:lvl8pPr>
            <a:lvl9pPr marL="3657600" lvl="8" indent="0">
              <a:buNone/>
              <a:defRPr lang="en-US" sz="900" dirty="0"/>
            </a:lvl9pPr>
          </a:lstStyle>
          <a:p>
            <a:pPr lvl="0"/>
            <a:r>
              <a:rPr lang="en-US" dirty="0"/>
              <a:t>Click to edit Master text styles</a:t>
            </a:r>
            <a:endParaRPr lang="en-US" dirty="0"/>
          </a:p>
        </p:txBody>
      </p:sp>
      <p:sp>
        <p:nvSpPr>
          <p:cNvPr id="5" name="Date Placeholder 4"/>
          <p:cNvSpPr>
            <a:spLocks noGrp="1"/>
          </p:cNvSpPr>
          <p:nvPr>
            <p:ph type="dt" sz="half" idx="10"/>
          </p:nvPr>
        </p:nvSpPr>
        <p:spPr/>
        <p:txBody>
          <a:bodyPr rtlCol="0"/>
          <a:lstStyle/>
          <a:p>
            <a:r>
              <a:rPr lang="en-US"/>
              <a:t>Date</a:t>
            </a:r>
            <a:endParaRPr lang="en-US" dirty="0"/>
          </a:p>
        </p:txBody>
      </p:sp>
      <p:sp>
        <p:nvSpPr>
          <p:cNvPr id="6" name="Footer Placeholder 5"/>
          <p:cNvSpPr>
            <a:spLocks noGrp="1"/>
          </p:cNvSpPr>
          <p:nvPr>
            <p:ph type="ftr" sz="quarter" idx="11"/>
          </p:nvPr>
        </p:nvSpPr>
        <p:spPr/>
        <p:txBody>
          <a:bodyPr rtlCol="0"/>
          <a:lstStyle/>
          <a:p>
            <a:r>
              <a:rPr lang="en-US"/>
              <a:t>ITC1327  Full Stack Development</a:t>
            </a:r>
            <a:endParaRPr lang="en-US" dirty="0"/>
          </a:p>
        </p:txBody>
      </p:sp>
      <p:sp>
        <p:nvSpPr>
          <p:cNvPr id="7" name="Slide Number Placeholder 6"/>
          <p:cNvSpPr>
            <a:spLocks noGrp="1"/>
          </p:cNvSpPr>
          <p:nvPr>
            <p:ph type="sldNum" sz="quarter" idx="12"/>
          </p:nvPr>
        </p:nvSpPr>
        <p:spPr/>
        <p:txBody>
          <a:bodyPr rtlCol="0"/>
          <a:lstStyle/>
          <a:p>
            <a:fld id="{EB410042-7463-4CE7-9073-37D701E2F582}" type="slidenum">
              <a:rPr/>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r>
              <a:rPr lang="en-US" dirty="0"/>
              <a:t>Click to edit Master title style</a:t>
            </a:r>
            <a:endParaRPr lang="en-US" dirty="0"/>
          </a:p>
        </p:txBody>
      </p:sp>
      <p:sp>
        <p:nvSpPr>
          <p:cNvPr id="3" name="Vertical Text Placeholder 2"/>
          <p:cNvSpPr>
            <a:spLocks noGrp="1"/>
          </p:cNvSpPr>
          <p:nvPr>
            <p:ph type="body" idx="1"/>
          </p:nvPr>
        </p:nvSpPr>
        <p:spPr/>
        <p:txBody>
          <a:bodyPr rtlCol="0"/>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rtlCol="0"/>
          <a:lstStyle/>
          <a:p>
            <a:r>
              <a:rPr lang="en-US"/>
              <a:t>Date</a:t>
            </a:r>
            <a:endParaRPr lang="en-US" dirty="0"/>
          </a:p>
        </p:txBody>
      </p:sp>
      <p:sp>
        <p:nvSpPr>
          <p:cNvPr id="5" name="Footer Placeholder 4"/>
          <p:cNvSpPr>
            <a:spLocks noGrp="1"/>
          </p:cNvSpPr>
          <p:nvPr>
            <p:ph type="ftr" sz="quarter" idx="11"/>
          </p:nvPr>
        </p:nvSpPr>
        <p:spPr/>
        <p:txBody>
          <a:bodyPr rtlCol="0"/>
          <a:lstStyle/>
          <a:p>
            <a:r>
              <a:rPr lang="en-US"/>
              <a:t>ITC1327  Full Stack Development</a:t>
            </a:r>
            <a:endParaRPr lang="en-US" dirty="0"/>
          </a:p>
        </p:txBody>
      </p:sp>
      <p:sp>
        <p:nvSpPr>
          <p:cNvPr id="6" name="Slide Number Placeholder 5"/>
          <p:cNvSpPr>
            <a:spLocks noGrp="1"/>
          </p:cNvSpPr>
          <p:nvPr>
            <p:ph type="sldNum" sz="quarter" idx="12"/>
          </p:nvPr>
        </p:nvSpPr>
        <p:spPr/>
        <p:txBody>
          <a:bodyPr rtlCol="0"/>
          <a:lstStyle/>
          <a:p>
            <a:fld id="{58B206D3-63F5-48F1-B6C5-493B2AB0F126}" type="slidenum">
              <a:rPr/>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p:nvPr>
        </p:nvSpPr>
        <p:spPr>
          <a:xfrm>
            <a:off x="6629400" y="274638"/>
            <a:ext cx="2057400" cy="5851524"/>
          </a:xfrm>
        </p:spPr>
        <p:txBody>
          <a:bodyPr rtlCol="0"/>
          <a:lstStyle/>
          <a:p>
            <a:r>
              <a:rPr lang="en-US" dirty="0"/>
              <a:t>Click to edit Master title style</a:t>
            </a:r>
            <a:endParaRPr lang="en-US" dirty="0"/>
          </a:p>
        </p:txBody>
      </p:sp>
      <p:sp>
        <p:nvSpPr>
          <p:cNvPr id="3" name="Vertical Text Placeholder 2"/>
          <p:cNvSpPr>
            <a:spLocks noGrp="1"/>
          </p:cNvSpPr>
          <p:nvPr>
            <p:ph type="body" idx="1"/>
          </p:nvPr>
        </p:nvSpPr>
        <p:spPr>
          <a:xfrm>
            <a:off x="457200" y="274638"/>
            <a:ext cx="6019800" cy="5851524"/>
          </a:xfrm>
        </p:spPr>
        <p:txBody>
          <a:bodyPr rtlCol="0"/>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rtlCol="0"/>
          <a:lstStyle/>
          <a:p>
            <a:r>
              <a:rPr lang="en-US"/>
              <a:t>Date</a:t>
            </a:r>
            <a:endParaRPr lang="en-US" dirty="0"/>
          </a:p>
        </p:txBody>
      </p:sp>
      <p:sp>
        <p:nvSpPr>
          <p:cNvPr id="5" name="Footer Placeholder 4"/>
          <p:cNvSpPr>
            <a:spLocks noGrp="1"/>
          </p:cNvSpPr>
          <p:nvPr>
            <p:ph type="ftr" sz="quarter" idx="11"/>
          </p:nvPr>
        </p:nvSpPr>
        <p:spPr/>
        <p:txBody>
          <a:bodyPr rtlCol="0"/>
          <a:lstStyle/>
          <a:p>
            <a:r>
              <a:rPr lang="en-US"/>
              <a:t>ITC1327  Full Stack Development</a:t>
            </a:r>
            <a:endParaRPr lang="en-US" dirty="0"/>
          </a:p>
        </p:txBody>
      </p:sp>
      <p:sp>
        <p:nvSpPr>
          <p:cNvPr id="6" name="Slide Number Placeholder 5"/>
          <p:cNvSpPr>
            <a:spLocks noGrp="1"/>
          </p:cNvSpPr>
          <p:nvPr>
            <p:ph type="sldNum" sz="quarter" idx="12"/>
          </p:nvPr>
        </p:nvSpPr>
        <p:spPr/>
        <p:txBody>
          <a:bodyPr rtlCol="0"/>
          <a:lstStyle/>
          <a:p>
            <a:fld id="{B4EC43CE-0A55-40DD-8836-9F3D2AC209AE}" type="slidenum">
              <a:rPr/>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85801" y="2130425"/>
            <a:ext cx="7770812" cy="1468438"/>
          </a:xfrm>
        </p:spPr>
        <p:txBody>
          <a:bodyPr rtlCol="0"/>
          <a:lstStyle/>
          <a:p>
            <a:r>
              <a:rPr lang="en-US" dirty="0"/>
              <a:t>Click to edit Master title style</a:t>
            </a:r>
            <a:endParaRPr lang="en-US" dirty="0"/>
          </a:p>
        </p:txBody>
      </p:sp>
      <p:sp>
        <p:nvSpPr>
          <p:cNvPr id="3" name="Rectangle 2"/>
          <p:cNvSpPr>
            <a:spLocks noGrp="1" noChangeArrowheads="1"/>
          </p:cNvSpPr>
          <p:nvPr>
            <p:ph type="dt" sz="half" idx="10"/>
          </p:nvPr>
        </p:nvSpPr>
        <p:spPr/>
        <p:txBody>
          <a:bodyPr rtlCol="0"/>
          <a:lstStyle/>
          <a:p>
            <a:r>
              <a:rPr lang="en-US"/>
              <a:t>Date</a:t>
            </a:r>
            <a:endParaRPr lang="en-US" dirty="0"/>
          </a:p>
        </p:txBody>
      </p:sp>
      <p:sp>
        <p:nvSpPr>
          <p:cNvPr id="4" name="Rectangle 4"/>
          <p:cNvSpPr>
            <a:spLocks noGrp="1" noChangeArrowheads="1"/>
          </p:cNvSpPr>
          <p:nvPr>
            <p:ph type="sldNum" sz="quarter" idx="12"/>
          </p:nvPr>
        </p:nvSpPr>
        <p:spPr/>
        <p:txBody>
          <a:bodyPr rtlCol="0"/>
          <a:lstStyle/>
          <a:p>
            <a:fld id="{954F8EFD-A1C7-41DE-A5BC-53756F2F4730}" type="slidenum">
              <a:rPr/>
            </a:fld>
            <a:endParaRPr lang="en-US" dirty="0"/>
          </a:p>
        </p:txBody>
      </p:sp>
      <p:sp>
        <p:nvSpPr>
          <p:cNvPr id="5" name="Footer Placeholder 4"/>
          <p:cNvSpPr>
            <a:spLocks noGrp="1"/>
          </p:cNvSpPr>
          <p:nvPr>
            <p:ph type="ftr" sz="quarter" idx="11"/>
          </p:nvPr>
        </p:nvSpPr>
        <p:spPr/>
        <p:txBody>
          <a:bodyPr rtlCol="0"/>
          <a:lstStyle>
            <a:lvl1pPr lvl="0"/>
          </a:lstStyle>
          <a:p>
            <a:r>
              <a:rPr lang="en-US"/>
              <a:t>ITC1327  Full Stack Development</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457200" y="1600200"/>
            <a:ext cx="8229600" cy="4525962"/>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lvl="0" algn="l">
              <a:defRPr lang="en-US" sz="1200" dirty="0">
                <a:solidFill>
                  <a:schemeClr val="tx1">
                    <a:tint val="75000"/>
                  </a:schemeClr>
                </a:solidFill>
              </a:defRPr>
            </a:lvl1pPr>
          </a:lstStyle>
          <a:p>
            <a:r>
              <a:rPr lang="en-US"/>
              <a:t>Date</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lvl="0" algn="ctr">
              <a:defRPr lang="en-US" sz="1200" dirty="0">
                <a:solidFill>
                  <a:schemeClr val="tx1">
                    <a:tint val="75000"/>
                  </a:schemeClr>
                </a:solidFill>
              </a:defRPr>
            </a:lvl1pPr>
          </a:lstStyle>
          <a:p>
            <a:r>
              <a:rPr lang="en-US"/>
              <a:t>ITC1327  Full Stack Development</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lvl="0" algn="r">
              <a:defRPr lang="en-US" sz="1200" dirty="0">
                <a:solidFill>
                  <a:schemeClr val="tx1">
                    <a:tint val="75000"/>
                  </a:schemeClr>
                </a:solidFill>
              </a:defRPr>
            </a:lvl1pPr>
          </a:lstStyle>
          <a:p>
            <a:fld id="{E1703DB6-4CA6-47FF-A7CE-359C4E153957}" type="slidenum">
              <a:rPr/>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p:txStyles>
    <p:titleStyle>
      <a:lvl1pPr lvl="0" algn="ctr" rtl="0">
        <a:spcBef>
          <a:spcPct val="0"/>
        </a:spcBef>
        <a:buNone/>
        <a:defRPr lang="en-US" sz="4400" dirty="0">
          <a:solidFill>
            <a:schemeClr val="tx1"/>
          </a:solidFill>
          <a:latin typeface="+mj-lt"/>
        </a:defRPr>
      </a:lvl1pPr>
    </p:titleStyle>
    <p:bodyStyle>
      <a:lvl1pPr marL="342900" lvl="0" indent="-342900" algn="l" rtl="0">
        <a:spcBef>
          <a:spcPct val="20000"/>
        </a:spcBef>
        <a:buChar char="•"/>
        <a:defRPr lang="en-US" sz="3200" dirty="0">
          <a:solidFill>
            <a:schemeClr val="tx1"/>
          </a:solidFill>
          <a:latin typeface="+mn-lt"/>
        </a:defRPr>
      </a:lvl1pPr>
      <a:lvl2pPr marL="742950" lvl="1" indent="-285750" algn="l" rtl="0">
        <a:spcBef>
          <a:spcPct val="20000"/>
        </a:spcBef>
        <a:buChar char="–"/>
        <a:defRPr lang="en-US" sz="2800" dirty="0">
          <a:solidFill>
            <a:schemeClr val="tx1"/>
          </a:solidFill>
          <a:latin typeface="+mn-lt"/>
        </a:defRPr>
      </a:lvl2pPr>
      <a:lvl3pPr marL="1143000" lvl="2" indent="-228600" algn="l" rtl="0">
        <a:spcBef>
          <a:spcPct val="20000"/>
        </a:spcBef>
        <a:buChar char="•"/>
        <a:defRPr lang="en-US" sz="2400" dirty="0">
          <a:solidFill>
            <a:schemeClr val="tx1"/>
          </a:solidFill>
          <a:latin typeface="+mn-lt"/>
        </a:defRPr>
      </a:lvl3pPr>
      <a:lvl4pPr marL="1600200" lvl="3" indent="-228600" algn="l" rtl="0">
        <a:spcBef>
          <a:spcPct val="20000"/>
        </a:spcBef>
        <a:buChar char="–"/>
        <a:defRPr lang="en-US" sz="2000" dirty="0">
          <a:solidFill>
            <a:schemeClr val="tx1"/>
          </a:solidFill>
          <a:latin typeface="+mn-lt"/>
        </a:defRPr>
      </a:lvl4pPr>
      <a:lvl5pPr marL="2057400" lvl="4" indent="-228600" algn="l" rtl="0">
        <a:spcBef>
          <a:spcPct val="20000"/>
        </a:spcBef>
        <a:buChar char="»"/>
        <a:defRPr lang="en-US" sz="2000" dirty="0">
          <a:solidFill>
            <a:schemeClr val="tx1"/>
          </a:solidFill>
          <a:latin typeface="+mn-lt"/>
        </a:defRPr>
      </a:lvl5pPr>
      <a:lvl6pPr marL="2514600" lvl="5" indent="-228600" algn="l" rtl="0">
        <a:spcBef>
          <a:spcPct val="20000"/>
        </a:spcBef>
        <a:buChar char="•"/>
        <a:defRPr lang="en-US" sz="2000" dirty="0">
          <a:solidFill>
            <a:schemeClr val="tx1"/>
          </a:solidFill>
          <a:latin typeface="+mn-lt"/>
        </a:defRPr>
      </a:lvl6pPr>
      <a:lvl7pPr marL="2971800" lvl="6" indent="-228600" algn="l" rtl="0">
        <a:spcBef>
          <a:spcPct val="20000"/>
        </a:spcBef>
        <a:buChar char="•"/>
        <a:defRPr lang="en-US" sz="2000" dirty="0">
          <a:solidFill>
            <a:schemeClr val="tx1"/>
          </a:solidFill>
          <a:latin typeface="+mn-lt"/>
        </a:defRPr>
      </a:lvl7pPr>
      <a:lvl8pPr marL="3429000" lvl="7" indent="-228600" algn="l" rtl="0">
        <a:spcBef>
          <a:spcPct val="20000"/>
        </a:spcBef>
        <a:buChar char="•"/>
        <a:defRPr lang="en-US" sz="2000" dirty="0">
          <a:solidFill>
            <a:schemeClr val="tx1"/>
          </a:solidFill>
          <a:latin typeface="+mn-lt"/>
        </a:defRPr>
      </a:lvl8pPr>
      <a:lvl9pPr marL="3886200" lvl="8" indent="-228600" algn="l" rtl="0">
        <a:spcBef>
          <a:spcPct val="20000"/>
        </a:spcBef>
        <a:buChar char="•"/>
        <a:defRPr lang="en-US" sz="20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6974;p1"/>
          <p:cNvSpPr/>
          <p:nvPr/>
        </p:nvSpPr>
        <p:spPr>
          <a:xfrm>
            <a:off x="180413" y="274648"/>
            <a:ext cx="8772525" cy="6300900"/>
          </a:xfrm>
          <a:prstGeom prst="rect">
            <a:avLst/>
          </a:prstGeom>
          <a:noFill/>
          <a:ln w="9525" cap="flat">
            <a:solidFill>
              <a:schemeClr val="dk1"/>
            </a:solidFill>
            <a:prstDash val="solid"/>
            <a:round/>
          </a:ln>
        </p:spPr>
        <p:txBody>
          <a:bodyPr spcFirstLastPara="1" wrap="square" lIns="91425" tIns="91425" rIns="91425" bIns="91425" rtlCol="0" anchor="ctr">
            <a:noAutofit/>
          </a:bodyPr>
          <a:lstStyle/>
          <a:p>
            <a:pPr marL="0" marR="0" lvl="0" indent="0" algn="ctr" rtl="0">
              <a:lnSpc>
                <a:spcPct val="100000"/>
              </a:lnSpc>
              <a:spcBef>
                <a:spcPts val="0"/>
              </a:spcBef>
              <a:spcAft>
                <a:spcPts val="0"/>
              </a:spcAft>
              <a:buNone/>
            </a:pPr>
            <a:endParaRPr lang="en-US" sz="1400" b="0" i="0" u="none" strike="noStrike" cap="none" dirty="0">
              <a:solidFill>
                <a:srgbClr val="000000"/>
              </a:solidFill>
              <a:latin typeface="Calibri"/>
            </a:endParaRPr>
          </a:p>
        </p:txBody>
      </p:sp>
      <p:sp>
        <p:nvSpPr>
          <p:cNvPr id="3" name="Google Shape;36975;p1"/>
          <p:cNvSpPr>
            <a:spLocks noGrp="1"/>
          </p:cNvSpPr>
          <p:nvPr>
            <p:ph type="subTitle" idx="2147483647"/>
          </p:nvPr>
        </p:nvSpPr>
        <p:spPr>
          <a:xfrm>
            <a:off x="323294" y="2898017"/>
            <a:ext cx="8439706" cy="2932430"/>
          </a:xfrm>
          <a:prstGeom prst="rect">
            <a:avLst/>
          </a:prstGeom>
          <a:solidFill>
            <a:srgbClr val="FFFFFF"/>
          </a:solidFill>
          <a:ln>
            <a:noFill/>
          </a:ln>
        </p:spPr>
        <p:txBody>
          <a:bodyPr spcFirstLastPara="1" wrap="square" lIns="91425" tIns="45700" rIns="91425" bIns="45700" rtlCol="0" anchor="t">
            <a:noAutofit/>
          </a:bodyPr>
          <a:lstStyle/>
          <a:p>
            <a:pPr marL="0" marR="0" lvl="0" indent="0" algn="l" rtl="0">
              <a:lnSpc>
                <a:spcPct val="150000"/>
              </a:lnSpc>
              <a:spcBef>
                <a:spcPts val="0"/>
              </a:spcBef>
              <a:spcAft>
                <a:spcPts val="0"/>
              </a:spcAft>
              <a:buNone/>
            </a:pPr>
            <a:r>
              <a:rPr lang="en-US" sz="1800" b="1" i="0" u="none" strike="noStrike" cap="none" dirty="0">
                <a:solidFill>
                  <a:srgbClr val="C00000"/>
                </a:solidFill>
                <a:latin typeface="Times New Roman" panose="02020503050405090304"/>
              </a:rPr>
              <a:t>Presented by,</a:t>
            </a:r>
            <a:endParaRPr lang="en-US" sz="1800" b="1" i="0" u="none" strike="noStrike" cap="none" dirty="0">
              <a:solidFill>
                <a:srgbClr val="C00000"/>
              </a:solidFill>
              <a:latin typeface="Times New Roman" panose="02020503050405090304"/>
            </a:endParaRPr>
          </a:p>
          <a:p>
            <a:pPr marL="0" marR="0" lvl="0" indent="0" algn="l" rtl="0">
              <a:lnSpc>
                <a:spcPct val="150000"/>
              </a:lnSpc>
              <a:spcBef>
                <a:spcPts val="0"/>
              </a:spcBef>
              <a:spcAft>
                <a:spcPts val="0"/>
              </a:spcAft>
              <a:buNone/>
            </a:pPr>
            <a:r>
              <a:rPr lang="en-US" sz="1800" b="1" i="0" u="none" strike="noStrike" cap="none" dirty="0">
                <a:solidFill>
                  <a:srgbClr val="0000FF"/>
                </a:solidFill>
                <a:latin typeface="Times New Roman" panose="02020503050405090304"/>
              </a:rPr>
              <a:t>Name                    : SANJAI S </a:t>
            </a:r>
            <a:endParaRPr lang="en-US" sz="1800" b="1" i="0" u="none" strike="noStrike" cap="none" dirty="0">
              <a:solidFill>
                <a:srgbClr val="0000FF"/>
              </a:solidFill>
              <a:latin typeface="Times New Roman" panose="02020503050405090304"/>
            </a:endParaRPr>
          </a:p>
          <a:p>
            <a:pPr marL="0" indent="0">
              <a:lnSpc>
                <a:spcPct val="150000"/>
              </a:lnSpc>
              <a:spcBef>
                <a:spcPts val="0"/>
              </a:spcBef>
              <a:buNone/>
            </a:pPr>
            <a:r>
              <a:rPr lang="en-US" sz="1800" b="1" i="0" u="none" strike="noStrike" cap="none" dirty="0">
                <a:solidFill>
                  <a:srgbClr val="0000FF"/>
                </a:solidFill>
                <a:latin typeface="Times New Roman" panose="02020503050405090304"/>
              </a:rPr>
              <a:t>Register No.         : </a:t>
            </a:r>
            <a:r>
              <a:rPr lang="en-US" sz="1800" b="1" dirty="0">
                <a:solidFill>
                  <a:srgbClr val="0000FF"/>
                </a:solidFill>
                <a:latin typeface="Times New Roman" panose="02020503050405090304"/>
              </a:rPr>
              <a:t>8115U23IT303</a:t>
            </a:r>
            <a:endParaRPr lang="en-US" sz="1800" b="1" dirty="0">
              <a:solidFill>
                <a:srgbClr val="0000FF"/>
              </a:solidFill>
              <a:latin typeface="Times New Roman" panose="02020503050405090304"/>
            </a:endParaRPr>
          </a:p>
          <a:p>
            <a:pPr marL="0" lvl="0" indent="0">
              <a:lnSpc>
                <a:spcPct val="150000"/>
              </a:lnSpc>
              <a:spcBef>
                <a:spcPts val="0"/>
              </a:spcBef>
              <a:buNone/>
            </a:pPr>
            <a:r>
              <a:rPr lang="en-US" sz="1800" b="1" i="0" u="none" strike="noStrike" cap="none" dirty="0">
                <a:solidFill>
                  <a:srgbClr val="0000FF"/>
                </a:solidFill>
                <a:latin typeface="Times New Roman" panose="02020503050405090304"/>
              </a:rPr>
              <a:t>Roll. No.               : L</a:t>
            </a:r>
            <a:r>
              <a:rPr lang="en-US" sz="1800" b="1" dirty="0">
                <a:solidFill>
                  <a:srgbClr val="0000FF"/>
                </a:solidFill>
                <a:latin typeface="Times New Roman" panose="02020503050405090304"/>
              </a:rPr>
              <a:t>ITA2365</a:t>
            </a:r>
            <a:endParaRPr lang="en-US" sz="1800" b="1" dirty="0">
              <a:solidFill>
                <a:srgbClr val="0000FF"/>
              </a:solidFill>
              <a:latin typeface="Times New Roman" panose="02020503050405090304"/>
            </a:endParaRPr>
          </a:p>
          <a:p>
            <a:pPr marL="0" marR="0" lvl="0" indent="0" algn="l" rtl="0">
              <a:lnSpc>
                <a:spcPct val="150000"/>
              </a:lnSpc>
              <a:spcBef>
                <a:spcPts val="0"/>
              </a:spcBef>
              <a:spcAft>
                <a:spcPts val="0"/>
              </a:spcAft>
              <a:buNone/>
            </a:pPr>
            <a:r>
              <a:rPr lang="en-US" sz="1800" b="1" i="0" u="none" strike="noStrike" cap="none" dirty="0">
                <a:solidFill>
                  <a:srgbClr val="0000FF"/>
                </a:solidFill>
                <a:latin typeface="Times New Roman" panose="02020503050405090304"/>
              </a:rPr>
              <a:t>Year &amp; Section    : 3rd YEAR - IT A</a:t>
            </a:r>
            <a:endParaRPr lang="en-US" sz="1800" b="1" i="0" u="none" strike="noStrike" cap="none" dirty="0">
              <a:solidFill>
                <a:srgbClr val="0000FF"/>
              </a:solidFill>
              <a:latin typeface="Times New Roman" panose="02020503050405090304"/>
            </a:endParaRPr>
          </a:p>
          <a:p>
            <a:pPr marL="0" marR="0" lvl="0" indent="0" algn="l" rtl="0">
              <a:lnSpc>
                <a:spcPct val="150000"/>
              </a:lnSpc>
              <a:spcBef>
                <a:spcPts val="0"/>
              </a:spcBef>
              <a:spcAft>
                <a:spcPts val="0"/>
              </a:spcAft>
              <a:buNone/>
            </a:pPr>
            <a:r>
              <a:rPr lang="en-US" sz="1800" b="1" dirty="0">
                <a:solidFill>
                  <a:srgbClr val="0000FF"/>
                </a:solidFill>
                <a:latin typeface="Times New Roman" panose="02020503050405090304"/>
              </a:rPr>
              <a:t>Course Code        : ITC1327</a:t>
            </a:r>
            <a:endParaRPr lang="en-US" sz="1800" b="1" dirty="0">
              <a:solidFill>
                <a:srgbClr val="0000FF"/>
              </a:solidFill>
              <a:latin typeface="Times New Roman" panose="02020503050405090304"/>
            </a:endParaRPr>
          </a:p>
          <a:p>
            <a:pPr marL="0" marR="0" lvl="0" indent="0" algn="l" rtl="0">
              <a:lnSpc>
                <a:spcPct val="150000"/>
              </a:lnSpc>
              <a:spcBef>
                <a:spcPts val="0"/>
              </a:spcBef>
              <a:spcAft>
                <a:spcPts val="0"/>
              </a:spcAft>
              <a:buNone/>
            </a:pPr>
            <a:r>
              <a:rPr lang="en-US" sz="1800" b="1" dirty="0">
                <a:solidFill>
                  <a:srgbClr val="0000FF"/>
                </a:solidFill>
                <a:latin typeface="Times New Roman" panose="02020503050405090304"/>
              </a:rPr>
              <a:t>Course Name       : FULL STACK DEVELOPMENT</a:t>
            </a:r>
            <a:endParaRPr lang="en-US" sz="1800" b="1" dirty="0">
              <a:solidFill>
                <a:srgbClr val="0000FF"/>
              </a:solidFill>
              <a:latin typeface="Times New Roman" panose="02020503050405090304"/>
            </a:endParaRPr>
          </a:p>
          <a:p>
            <a:pPr marL="0" marR="0" lvl="0" indent="0" algn="ctr" rtl="0">
              <a:lnSpc>
                <a:spcPct val="150000"/>
              </a:lnSpc>
              <a:spcBef>
                <a:spcPts val="0"/>
              </a:spcBef>
              <a:spcAft>
                <a:spcPts val="0"/>
              </a:spcAft>
              <a:buNone/>
            </a:pPr>
            <a:endParaRPr lang="en-US" sz="1800" b="1" dirty="0">
              <a:solidFill>
                <a:srgbClr val="0000FF"/>
              </a:solidFill>
              <a:latin typeface="Times New Roman" panose="02020503050405090304"/>
            </a:endParaRPr>
          </a:p>
          <a:p>
            <a:pPr marL="0" marR="0" lvl="0" indent="0" algn="ctr" rtl="0">
              <a:lnSpc>
                <a:spcPct val="150000"/>
              </a:lnSpc>
              <a:spcBef>
                <a:spcPts val="0"/>
              </a:spcBef>
              <a:spcAft>
                <a:spcPts val="0"/>
              </a:spcAft>
              <a:buNone/>
            </a:pPr>
            <a:endParaRPr lang="en-US" sz="1800" b="1" dirty="0">
              <a:solidFill>
                <a:srgbClr val="0000FF"/>
              </a:solidFill>
              <a:latin typeface="Times New Roman" panose="02020503050405090304"/>
            </a:endParaRPr>
          </a:p>
          <a:p>
            <a:pPr marL="0" marR="0" lvl="0" indent="0" algn="r" rtl="0">
              <a:lnSpc>
                <a:spcPct val="150000"/>
              </a:lnSpc>
              <a:spcBef>
                <a:spcPts val="0"/>
              </a:spcBef>
              <a:spcAft>
                <a:spcPts val="0"/>
              </a:spcAft>
              <a:buNone/>
            </a:pPr>
            <a:r>
              <a:rPr lang="en-US" sz="1800" b="1" dirty="0">
                <a:solidFill>
                  <a:srgbClr val="FF0000"/>
                </a:solidFill>
                <a:latin typeface="Times New Roman" panose="02020503050405090304"/>
              </a:rPr>
              <a:t> </a:t>
            </a:r>
            <a:endParaRPr lang="en-US" sz="1800" b="1" dirty="0">
              <a:solidFill>
                <a:srgbClr val="FF0000"/>
              </a:solidFill>
              <a:latin typeface="Times New Roman" panose="02020503050405090304"/>
            </a:endParaRPr>
          </a:p>
          <a:p>
            <a:pPr marL="0" marR="0" lvl="0" indent="0" algn="ctr" rtl="0">
              <a:lnSpc>
                <a:spcPct val="150000"/>
              </a:lnSpc>
              <a:spcBef>
                <a:spcPts val="0"/>
              </a:spcBef>
              <a:spcAft>
                <a:spcPts val="0"/>
              </a:spcAft>
              <a:buNone/>
            </a:pPr>
            <a:endParaRPr lang="en-US" sz="1800" b="1" dirty="0">
              <a:solidFill>
                <a:srgbClr val="FF0000"/>
              </a:solidFill>
              <a:latin typeface="Times New Roman" panose="02020503050405090304"/>
            </a:endParaRPr>
          </a:p>
          <a:p>
            <a:pPr marL="0" marR="0" lvl="0" indent="0" algn="r" rtl="0">
              <a:lnSpc>
                <a:spcPct val="150000"/>
              </a:lnSpc>
              <a:spcBef>
                <a:spcPts val="0"/>
              </a:spcBef>
              <a:spcAft>
                <a:spcPts val="0"/>
              </a:spcAft>
              <a:buNone/>
            </a:pPr>
            <a:endParaRPr lang="en-US" sz="1800" b="1" dirty="0">
              <a:solidFill>
                <a:srgbClr val="FF0000"/>
              </a:solidFill>
              <a:latin typeface="Times New Roman" panose="02020503050405090304"/>
            </a:endParaRPr>
          </a:p>
          <a:p>
            <a:pPr marL="0" marR="0" lvl="0" indent="0" algn="r" rtl="0">
              <a:lnSpc>
                <a:spcPct val="150000"/>
              </a:lnSpc>
              <a:spcBef>
                <a:spcPts val="0"/>
              </a:spcBef>
              <a:spcAft>
                <a:spcPts val="0"/>
              </a:spcAft>
              <a:buNone/>
            </a:pPr>
            <a:endParaRPr lang="en-US" sz="1800" b="0" i="0" u="none" strike="noStrike" cap="none" dirty="0">
              <a:solidFill>
                <a:srgbClr val="8B8B8B"/>
              </a:solidFill>
              <a:latin typeface="Times New Roman" panose="02020503050405090304"/>
            </a:endParaRPr>
          </a:p>
        </p:txBody>
      </p:sp>
      <p:sp>
        <p:nvSpPr>
          <p:cNvPr id="4" name="Google Shape;36976;p1"/>
          <p:cNvSpPr/>
          <p:nvPr/>
        </p:nvSpPr>
        <p:spPr>
          <a:xfrm>
            <a:off x="1259681" y="-1684338"/>
            <a:ext cx="2657475" cy="3514800"/>
          </a:xfrm>
          <a:prstGeom prst="rect">
            <a:avLst/>
          </a:prstGeom>
          <a:noFill/>
          <a:ln>
            <a:noFill/>
          </a:ln>
        </p:spPr>
        <p:txBody>
          <a:bodyPr spcFirstLastPara="1" wrap="square" lIns="91425" tIns="45700" rIns="91425" bIns="45700" rtlCol="0" anchor="ctr">
            <a:noAutofit/>
          </a:bodyPr>
          <a:lstStyle/>
          <a:p>
            <a:pPr marL="0" marR="0" lvl="0" indent="0" algn="l" rtl="0">
              <a:lnSpc>
                <a:spcPct val="93000"/>
              </a:lnSpc>
              <a:spcBef>
                <a:spcPts val="0"/>
              </a:spcBef>
              <a:spcAft>
                <a:spcPts val="0"/>
              </a:spcAft>
              <a:buNone/>
            </a:pPr>
            <a:endParaRPr lang="en-US" sz="1800" b="0" i="0" u="none" strike="noStrike" cap="none" dirty="0">
              <a:solidFill>
                <a:schemeClr val="dk1"/>
              </a:solidFill>
              <a:latin typeface="Calibri"/>
            </a:endParaRPr>
          </a:p>
        </p:txBody>
      </p:sp>
      <p:pic>
        <p:nvPicPr>
          <p:cNvPr id="5" name="Google Shape;36977;p1"/>
          <p:cNvPicPr/>
          <p:nvPr/>
        </p:nvPicPr>
        <p:blipFill>
          <a:blip r:embed="rId1"/>
          <a:stretch>
            <a:fillRect/>
          </a:stretch>
        </p:blipFill>
        <p:spPr>
          <a:xfrm>
            <a:off x="275439" y="356884"/>
            <a:ext cx="984241" cy="1300606"/>
          </a:xfrm>
          <a:prstGeom prst="rect">
            <a:avLst/>
          </a:prstGeom>
          <a:noFill/>
          <a:ln>
            <a:noFill/>
          </a:ln>
        </p:spPr>
      </p:pic>
      <p:sp>
        <p:nvSpPr>
          <p:cNvPr id="6" name="Google Shape;36978;p1"/>
          <p:cNvSpPr/>
          <p:nvPr/>
        </p:nvSpPr>
        <p:spPr>
          <a:xfrm>
            <a:off x="1163955" y="485776"/>
            <a:ext cx="6585109" cy="1856105"/>
          </a:xfrm>
          <a:prstGeom prst="rect">
            <a:avLst/>
          </a:prstGeom>
          <a:noFill/>
          <a:ln>
            <a:noFill/>
          </a:ln>
        </p:spPr>
        <p:txBody>
          <a:bodyPr spcFirstLastPara="1" wrap="square" lIns="89999" tIns="44999" rIns="89999" bIns="44999" rtlCol="0" anchor="t">
            <a:noAutofit/>
          </a:bodyPr>
          <a:lstStyle/>
          <a:p>
            <a:pPr marL="0" marR="0" lvl="0" indent="0" algn="ctr" rtl="0">
              <a:spcBef>
                <a:spcPts val="0"/>
              </a:spcBef>
              <a:spcAft>
                <a:spcPts val="0"/>
              </a:spcAft>
              <a:buNone/>
            </a:pPr>
            <a:r>
              <a:rPr lang="en-US" sz="2800" b="1" i="0" u="none" strike="noStrike" cap="none" dirty="0">
                <a:solidFill>
                  <a:srgbClr val="002060"/>
                </a:solidFill>
                <a:latin typeface="Arial" panose="020B0604020202090204"/>
              </a:rPr>
              <a:t>K. </a:t>
            </a:r>
            <a:r>
              <a:rPr lang="en-US" sz="2800" b="1" i="0" u="none" strike="noStrike" cap="none" dirty="0" err="1">
                <a:solidFill>
                  <a:srgbClr val="002060"/>
                </a:solidFill>
                <a:latin typeface="Arial" panose="020B0604020202090204"/>
              </a:rPr>
              <a:t>RAMAKRISHNAN</a:t>
            </a:r>
            <a:r>
              <a:rPr lang="en-US" sz="2800" b="1" i="0" u="none" strike="noStrike" cap="none" dirty="0">
                <a:solidFill>
                  <a:srgbClr val="002060"/>
                </a:solidFill>
                <a:latin typeface="Arial" panose="020B0604020202090204"/>
              </a:rPr>
              <a:t> COLLEGE OF ENGINEERING</a:t>
            </a:r>
            <a:endParaRPr lang="en-US" sz="2800" b="1" i="0" u="none" strike="noStrike" cap="none" dirty="0">
              <a:solidFill>
                <a:srgbClr val="002060"/>
              </a:solidFill>
              <a:latin typeface="Arial" panose="020B0604020202090204"/>
            </a:endParaRPr>
          </a:p>
          <a:p>
            <a:pPr marL="0" marR="0" lvl="0" indent="0" algn="ctr" rtl="0">
              <a:spcBef>
                <a:spcPts val="0"/>
              </a:spcBef>
              <a:spcAft>
                <a:spcPts val="0"/>
              </a:spcAft>
              <a:buNone/>
            </a:pPr>
            <a:r>
              <a:rPr lang="en-US" sz="1800" b="1" i="0" u="none" strike="noStrike" cap="none" dirty="0">
                <a:solidFill>
                  <a:srgbClr val="FF0066"/>
                </a:solidFill>
                <a:latin typeface="Arial" panose="020B0604020202090204"/>
              </a:rPr>
              <a:t>(AUTONOMOUS)</a:t>
            </a:r>
            <a:endParaRPr lang="en-US" sz="1800" b="1" i="0" u="none" strike="noStrike" cap="none" dirty="0">
              <a:solidFill>
                <a:srgbClr val="FF0066"/>
              </a:solidFill>
              <a:latin typeface="Arial" panose="020B0604020202090204"/>
            </a:endParaRPr>
          </a:p>
          <a:p>
            <a:pPr marL="0" marR="0" lvl="0" indent="0" algn="ctr" rtl="0">
              <a:spcBef>
                <a:spcPts val="0"/>
              </a:spcBef>
              <a:spcAft>
                <a:spcPts val="0"/>
              </a:spcAft>
              <a:buNone/>
            </a:pPr>
            <a:endParaRPr lang="en-US" sz="1800" b="1" i="0" u="none" strike="noStrike" cap="none" dirty="0">
              <a:solidFill>
                <a:srgbClr val="FF0066"/>
              </a:solidFill>
              <a:latin typeface="Arial" panose="020B0604020202090204"/>
            </a:endParaRPr>
          </a:p>
          <a:p>
            <a:pPr marL="0" marR="0" lvl="0" indent="0" algn="ctr" rtl="0">
              <a:spcBef>
                <a:spcPts val="0"/>
              </a:spcBef>
              <a:spcAft>
                <a:spcPts val="0"/>
              </a:spcAft>
              <a:buNone/>
            </a:pPr>
            <a:r>
              <a:rPr lang="en-US" b="1" i="0" u="none" strike="noStrike" cap="none" dirty="0">
                <a:solidFill>
                  <a:srgbClr val="0000FF"/>
                </a:solidFill>
                <a:latin typeface="Arial" panose="020B0604020202090204"/>
              </a:rPr>
              <a:t> </a:t>
            </a:r>
            <a:endParaRPr lang="en-US" b="1" i="0" u="none" strike="noStrike" cap="none" dirty="0">
              <a:solidFill>
                <a:srgbClr val="0000FF"/>
              </a:solidFill>
              <a:latin typeface="Arial" panose="020B0604020202090204"/>
            </a:endParaRPr>
          </a:p>
        </p:txBody>
      </p:sp>
      <p:pic>
        <p:nvPicPr>
          <p:cNvPr id="7" name="Google Shape;36979;p1" descr="A blue and white logo&#10;&#10;Description automatically generated"/>
          <p:cNvPicPr/>
          <p:nvPr/>
        </p:nvPicPr>
        <p:blipFill>
          <a:blip r:embed="rId2"/>
          <a:stretch>
            <a:fillRect/>
          </a:stretch>
        </p:blipFill>
        <p:spPr>
          <a:xfrm>
            <a:off x="7617037" y="347940"/>
            <a:ext cx="1287038" cy="1309550"/>
          </a:xfrm>
          <a:prstGeom prst="rect">
            <a:avLst/>
          </a:prstGeom>
          <a:noFill/>
          <a:ln>
            <a:noFill/>
          </a:ln>
        </p:spPr>
      </p:pic>
      <p:sp>
        <p:nvSpPr>
          <p:cNvPr id="8" name="Google Shape;36980;p1"/>
          <p:cNvSpPr txBox="1"/>
          <p:nvPr/>
        </p:nvSpPr>
        <p:spPr>
          <a:xfrm>
            <a:off x="5715000" y="5895974"/>
            <a:ext cx="3233156" cy="758190"/>
          </a:xfrm>
          <a:prstGeom prst="rect">
            <a:avLst/>
          </a:prstGeom>
          <a:noFill/>
          <a:ln>
            <a:noFill/>
          </a:ln>
        </p:spPr>
        <p:txBody>
          <a:bodyPr spcFirstLastPara="1" wrap="square" lIns="91425" tIns="45700" rIns="91425" bIns="45700" rtlCol="0" anchor="t">
            <a:noAutofit/>
          </a:bodyPr>
          <a:lstStyle/>
          <a:p>
            <a:pPr marL="0" marR="0" lvl="0" indent="0" rtl="0">
              <a:lnSpc>
                <a:spcPct val="150000"/>
              </a:lnSpc>
              <a:spcBef>
                <a:spcPts val="0"/>
              </a:spcBef>
              <a:spcAft>
                <a:spcPts val="0"/>
              </a:spcAft>
              <a:buNone/>
            </a:pPr>
            <a:r>
              <a:rPr lang="en-US" sz="1800" b="1" i="0" u="none" strike="noStrike" cap="none" dirty="0">
                <a:solidFill>
                  <a:srgbClr val="C00000"/>
                </a:solidFill>
                <a:latin typeface="Calibri"/>
              </a:rPr>
              <a:t>           </a:t>
            </a:r>
            <a:r>
              <a:rPr lang="en-US" sz="1800" b="1" i="0" u="none" strike="noStrike" cap="none" dirty="0">
                <a:solidFill>
                  <a:srgbClr val="C00000"/>
                </a:solidFill>
                <a:latin typeface="Arial" panose="020B0604020202090204"/>
              </a:rPr>
              <a:t>Date: </a:t>
            </a:r>
            <a:r>
              <a:rPr lang="en-US" b="1" dirty="0">
                <a:solidFill>
                  <a:srgbClr val="C00000"/>
                </a:solidFill>
                <a:latin typeface="Arial" panose="020B0604020202090204"/>
              </a:rPr>
              <a:t>06</a:t>
            </a:r>
            <a:r>
              <a:rPr lang="en-US" sz="1800" b="1" i="0" u="none" strike="noStrike" cap="none" dirty="0">
                <a:solidFill>
                  <a:srgbClr val="C00000"/>
                </a:solidFill>
                <a:latin typeface="Arial" panose="020B0604020202090204"/>
              </a:rPr>
              <a:t>.05.2026</a:t>
            </a:r>
            <a:endParaRPr lang="en-US" sz="1800" b="1" i="0" u="none" strike="noStrike" cap="none" dirty="0">
              <a:solidFill>
                <a:srgbClr val="C00000"/>
              </a:solidFill>
              <a:latin typeface="Arial" panose="020B0604020202090204"/>
            </a:endParaRPr>
          </a:p>
        </p:txBody>
      </p:sp>
      <p:sp>
        <p:nvSpPr>
          <p:cNvPr id="9" name="Slide Number Placeholder 1"/>
          <p:cNvSpPr>
            <a:spLocks noGrp="1"/>
          </p:cNvSpPr>
          <p:nvPr>
            <p:ph type="sldNum" sz="quarter" idx="12"/>
          </p:nvPr>
        </p:nvSpPr>
        <p:spPr/>
        <p:txBody>
          <a:bodyPr rtlCol="0"/>
          <a:lstStyle/>
          <a:p>
            <a:fld id="{E5E3F74B-A0DA-404E-8215-81671CFB9DC0}" type="slidenum">
              <a:rPr/>
            </a:fld>
            <a:endParaRPr lang="en-US" dirty="0"/>
          </a:p>
        </p:txBody>
      </p:sp>
      <p:sp>
        <p:nvSpPr>
          <p:cNvPr id="11" name="Rectangle 10"/>
          <p:cNvSpPr/>
          <p:nvPr/>
        </p:nvSpPr>
        <p:spPr>
          <a:xfrm>
            <a:off x="907427" y="2286000"/>
            <a:ext cx="7098162" cy="398780"/>
          </a:xfrm>
          <a:prstGeom prst="rect">
            <a:avLst/>
          </a:prstGeom>
        </p:spPr>
        <p:txBody>
          <a:bodyPr wrap="square" rtlCol="0">
            <a:spAutoFit/>
          </a:bodyPr>
          <a:lstStyle/>
          <a:p>
            <a:pPr algn="ctr"/>
            <a:r>
              <a:rPr lang="en-US" sz="2000" dirty="0">
                <a:latin typeface="Times New Roman" panose="02020503050405090304"/>
              </a:rPr>
              <a:t>SAAS SUBSCRIPTION AND ENTITELMENT PLATFORM</a:t>
            </a:r>
            <a:endParaRPr lang="en-US" sz="2000" dirty="0">
              <a:latin typeface="Times New Roman" panose="02020503050405090304"/>
            </a:endParaRPr>
          </a:p>
        </p:txBody>
      </p:sp>
      <p:sp>
        <p:nvSpPr>
          <p:cNvPr id="12" name="Footer Placeholder 11"/>
          <p:cNvSpPr>
            <a:spLocks noGrp="1"/>
          </p:cNvSpPr>
          <p:nvPr>
            <p:ph type="ftr" sz="quarter" idx="11"/>
          </p:nvPr>
        </p:nvSpPr>
        <p:spPr>
          <a:xfrm>
            <a:off x="3124200" y="6248400"/>
            <a:ext cx="2895600" cy="365125"/>
          </a:xfrm>
        </p:spPr>
        <p:txBody>
          <a:bodyPr/>
          <a:lstStyle/>
          <a:p>
            <a:r>
              <a:rPr lang="en-US" dirty="0"/>
              <a:t>ITC1327  Full Stack Development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D6CA84AD-1918-4F78-9C17-296A8C31BCD4}"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AGENDA</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3785652"/>
          </a:xfrm>
          <a:prstGeom prst="rect">
            <a:avLst/>
          </a:prstGeom>
        </p:spPr>
        <p:txBody>
          <a:bodyPr wrap="square" rtlCol="0">
            <a:spAutoFit/>
          </a:bodyPr>
          <a:lstStyle/>
          <a:p>
            <a:pPr marL="457200" indent="-457200" algn="just">
              <a:buChar char="•"/>
            </a:pPr>
            <a:r>
              <a:rPr lang="en-US" sz="2000" dirty="0">
                <a:solidFill>
                  <a:srgbClr val="000000"/>
                </a:solidFill>
                <a:latin typeface="Times New Roman" panose="02020503050405090304"/>
              </a:rPr>
              <a:t>Objective</a:t>
            </a:r>
            <a:endParaRPr lang="en-US" sz="2000" dirty="0">
              <a:solidFill>
                <a:srgbClr val="000000"/>
              </a:solidFill>
              <a:latin typeface="Times New Roman" panose="02020503050405090304"/>
            </a:endParaRPr>
          </a:p>
          <a:p>
            <a:pPr marL="457200" indent="-457200" algn="just">
              <a:buChar char="•"/>
            </a:pPr>
            <a:r>
              <a:rPr lang="en-US" sz="2000" dirty="0">
                <a:solidFill>
                  <a:srgbClr val="000000"/>
                </a:solidFill>
                <a:latin typeface="Times New Roman" panose="02020503050405090304"/>
              </a:rPr>
              <a:t>Abstract</a:t>
            </a:r>
            <a:endParaRPr lang="en-US" sz="2000" dirty="0">
              <a:solidFill>
                <a:srgbClr val="000000"/>
              </a:solidFill>
              <a:latin typeface="Times New Roman" panose="02020503050405090304"/>
            </a:endParaRPr>
          </a:p>
          <a:p>
            <a:pPr marL="457200" indent="-457200" algn="just">
              <a:buChar char="•"/>
            </a:pPr>
            <a:r>
              <a:rPr lang="en-US" sz="2000" dirty="0">
                <a:latin typeface="Times New Roman" panose="02020503050405090304"/>
              </a:rPr>
              <a:t>Literature Survey</a:t>
            </a:r>
            <a:endParaRPr lang="en-US" sz="2000" dirty="0">
              <a:latin typeface="Times New Roman" panose="02020503050405090304"/>
            </a:endParaRPr>
          </a:p>
          <a:p>
            <a:pPr marL="457200" indent="-457200" algn="just">
              <a:buChar char="•"/>
            </a:pPr>
            <a:r>
              <a:rPr lang="en-US" sz="2000" dirty="0">
                <a:latin typeface="Times New Roman" panose="02020503050405090304"/>
              </a:rPr>
              <a:t>Existing System</a:t>
            </a:r>
            <a:endParaRPr lang="en-US" sz="2000" dirty="0">
              <a:latin typeface="Times New Roman" panose="02020503050405090304"/>
            </a:endParaRPr>
          </a:p>
          <a:p>
            <a:pPr marL="457200" indent="-457200" algn="just">
              <a:buChar char="•"/>
            </a:pPr>
            <a:r>
              <a:rPr lang="en-US" sz="2000" dirty="0">
                <a:latin typeface="Times New Roman" panose="02020503050405090304"/>
              </a:rPr>
              <a:t>Proposed System</a:t>
            </a:r>
            <a:endParaRPr lang="en-US" sz="2000" dirty="0">
              <a:latin typeface="Times New Roman" panose="02020503050405090304"/>
            </a:endParaRPr>
          </a:p>
          <a:p>
            <a:pPr marL="457200" indent="-457200" algn="just">
              <a:buChar char="•"/>
            </a:pPr>
            <a:r>
              <a:rPr lang="en-US" sz="2000" dirty="0">
                <a:latin typeface="Times New Roman" panose="02020503050405090304"/>
              </a:rPr>
              <a:t>Modules</a:t>
            </a:r>
            <a:endParaRPr lang="en-US" sz="2000" dirty="0">
              <a:latin typeface="Times New Roman" panose="02020503050405090304"/>
            </a:endParaRPr>
          </a:p>
          <a:p>
            <a:pPr marL="457200" indent="-457200" algn="just">
              <a:buChar char="•"/>
            </a:pPr>
            <a:r>
              <a:rPr lang="en-US" sz="2000" dirty="0">
                <a:latin typeface="Times New Roman" panose="02020503050405090304"/>
              </a:rPr>
              <a:t>Workflow</a:t>
            </a:r>
            <a:endParaRPr lang="en-US" sz="2000" dirty="0">
              <a:latin typeface="Times New Roman" panose="02020503050405090304"/>
            </a:endParaRPr>
          </a:p>
          <a:p>
            <a:pPr marL="457200" indent="-457200" algn="just">
              <a:buChar char="•"/>
            </a:pPr>
            <a:r>
              <a:rPr lang="en-US" sz="2000" dirty="0">
                <a:latin typeface="Times New Roman" panose="02020503050405090304"/>
              </a:rPr>
              <a:t>Output</a:t>
            </a:r>
            <a:endParaRPr lang="en-US" sz="2000" dirty="0">
              <a:latin typeface="Times New Roman" panose="02020503050405090304"/>
            </a:endParaRPr>
          </a:p>
          <a:p>
            <a:pPr marL="457200" indent="-457200" algn="just">
              <a:buChar char="•"/>
            </a:pPr>
            <a:r>
              <a:rPr lang="en-US" sz="2000" dirty="0">
                <a:latin typeface="Times New Roman" panose="02020503050405090304"/>
              </a:rPr>
              <a:t>Sample Coding</a:t>
            </a:r>
            <a:endParaRPr lang="en-US" sz="2000" dirty="0">
              <a:latin typeface="Times New Roman" panose="02020503050405090304"/>
            </a:endParaRPr>
          </a:p>
          <a:p>
            <a:pPr marL="457200" indent="-457200" algn="just">
              <a:buChar char="•"/>
            </a:pPr>
            <a:r>
              <a:rPr lang="en-US" sz="2000" dirty="0">
                <a:latin typeface="Times New Roman" panose="02020503050405090304"/>
              </a:rPr>
              <a:t>Conclusion</a:t>
            </a:r>
            <a:endParaRPr lang="en-US" sz="2000" dirty="0">
              <a:latin typeface="Times New Roman" panose="02020503050405090304"/>
            </a:endParaRPr>
          </a:p>
          <a:p>
            <a:pPr marL="457200" indent="-457200" algn="just">
              <a:buChar char="•"/>
            </a:pPr>
            <a:r>
              <a:rPr lang="en-US" sz="2000" dirty="0">
                <a:latin typeface="Times New Roman" panose="02020503050405090304"/>
              </a:rPr>
              <a:t>Future Scope</a:t>
            </a:r>
            <a:endParaRPr lang="en-US" sz="2000" dirty="0">
              <a:latin typeface="Times New Roman" panose="02020503050405090304"/>
            </a:endParaRPr>
          </a:p>
          <a:p>
            <a:pPr marL="457200" indent="-457200" algn="just">
              <a:buChar char="•"/>
            </a:pPr>
            <a:r>
              <a:rPr lang="en-US" sz="2000" dirty="0">
                <a:latin typeface="Times New Roman" panose="02020503050405090304"/>
              </a:rPr>
              <a:t>References</a:t>
            </a:r>
            <a:endParaRPr lang="en-US" sz="2000" dirty="0">
              <a:latin typeface="Times New Roman" panose="0202050305040509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98B6ABFA-1F91-4DD5-A07C-20A1A0EE98FA}"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OBJECTIVE</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2399665"/>
          </a:xfrm>
          <a:prstGeom prst="rect">
            <a:avLst/>
          </a:prstGeom>
        </p:spPr>
        <p:txBody>
          <a:bodyPr wrap="square" rtlCol="0">
            <a:spAutoFit/>
          </a:bodyPr>
          <a:lstStyle/>
          <a:p>
            <a:pPr algn="just">
              <a:lnSpc>
                <a:spcPct val="150000"/>
              </a:lnSpc>
            </a:pPr>
            <a:r>
              <a:rPr lang="en-US" sz="2000" dirty="0">
                <a:latin typeface="Times New Roman" panose="02020503050405090304" pitchFamily="18" charset="0"/>
                <a:cs typeface="Times New Roman" panose="02020503050405090304" pitchFamily="18" charset="0"/>
              </a:rPr>
              <a:t>	</a:t>
            </a:r>
            <a:r>
              <a:rPr lang="en-US" altLang="en-US" sz="1600" dirty="0">
                <a:solidFill>
                  <a:srgbClr val="000000"/>
                </a:solidFill>
                <a:latin typeface="Times New Roman" panose="02020503050405090304" pitchFamily="18" charset="0"/>
                <a:cs typeface="Times New Roman" panose="02020503050405090304" pitchFamily="18" charset="0"/>
              </a:rPr>
              <a:t>The objective of this project is to develop an API-first SaaS Subscription and Feature Entitlement Platform that allows external applications to integrate subscription management, feature access control, usage tracking, and entitlement verification through secure APIs. The system enables app owners to create plans, assign features, generate API keys, manage subscriptions, and dynamically control user access without building their own subscription infrastructure.</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EB100660-FCBF-4FFD-97D5-A0F10DB64700}"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INTRODUCTION</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3507740"/>
          </a:xfrm>
          <a:prstGeom prst="rect">
            <a:avLst/>
          </a:prstGeom>
        </p:spPr>
        <p:txBody>
          <a:bodyPr wrap="square" rtlCol="0">
            <a:spAutoFit/>
          </a:bodyPr>
          <a:lstStyle/>
          <a:p>
            <a:pPr lvl="0" algn="just">
              <a:lnSpc>
                <a:spcPct val="150000"/>
              </a:lnSpc>
            </a:pPr>
            <a:r>
              <a:rPr lang="en-US" sz="2000" dirty="0">
                <a:latin typeface="Times New Roman" panose="02020503050405090304" pitchFamily="18" charset="0"/>
                <a:cs typeface="Times New Roman" panose="02020503050405090304" pitchFamily="18" charset="0"/>
              </a:rPr>
              <a:t>	</a:t>
            </a:r>
            <a:r>
              <a:rPr lang="en-US" altLang="en-US" sz="1600" dirty="0">
                <a:solidFill>
                  <a:srgbClr val="000000"/>
                </a:solidFill>
                <a:latin typeface="Times New Roman" panose="02020503050405090304" pitchFamily="18" charset="0"/>
                <a:cs typeface="Times New Roman" panose="02020503050405090304" pitchFamily="18" charset="0"/>
              </a:rPr>
              <a:t>The SaaS Subscription &amp; Feature Entitlement Platform is a centralized API-driven service provider system designed for modern applications. Similar to platforms like Stripe Billing and Razorpay, this system allows application owners to integrate subscription and feature access management into their applications using secure APIs. The platform supports multi-tenant architecture where each application owner operates independently with isolated data and configurations. It provides functionalities such as plan creation, API key generation, subscription management, usage tracking, feature entitlement verification, and payment integration support. The system simplifies SaaS infrastructure development and enables real-time access control for premium application features.</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D4666FEF-5D99-4C1A-952F-1E5D25AE6168}" type="slidenum">
              <a:rPr/>
            </a:fld>
            <a:endParaRPr lang="en-US" dirty="0"/>
          </a:p>
        </p:txBody>
      </p:sp>
      <p:sp>
        <p:nvSpPr>
          <p:cNvPr id="4" name="Text Box 1048698"/>
          <p:cNvSpPr txBox="1"/>
          <p:nvPr/>
        </p:nvSpPr>
        <p:spPr>
          <a:xfrm>
            <a:off x="534627" y="330593"/>
            <a:ext cx="5420335" cy="578996"/>
          </a:xfrm>
          <a:prstGeom prst="rect">
            <a:avLst/>
          </a:prstGeom>
        </p:spPr>
        <p:txBody>
          <a:bodyPr wrap="square" rtlCol="0">
            <a:spAutoFit/>
          </a:bodyPr>
          <a:lstStyle/>
          <a:p>
            <a:r>
              <a:rPr lang="en-US" sz="3200" b="1" dirty="0">
                <a:solidFill>
                  <a:srgbClr val="7030A0"/>
                </a:solidFill>
                <a:latin typeface="Times New Roman" panose="02020503050405090304"/>
              </a:rPr>
              <a:t>LITERATURE</a:t>
            </a:r>
            <a:r>
              <a:rPr lang="en-US" sz="3200" b="1" dirty="0" err="1">
                <a:solidFill>
                  <a:srgbClr val="7030A0"/>
                </a:solidFill>
                <a:latin typeface="Times New Roman" panose="02020503050405090304"/>
              </a:rPr>
              <a:t> </a:t>
            </a:r>
            <a:r>
              <a:rPr lang="en-US" sz="3200" b="1" dirty="0">
                <a:solidFill>
                  <a:srgbClr val="7030A0"/>
                </a:solidFill>
                <a:latin typeface="Times New Roman" panose="02020503050405090304"/>
              </a:rPr>
              <a:t>SURVEY</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548525"/>
          </a:xfrm>
          <a:prstGeom prst="rect">
            <a:avLst/>
          </a:prstGeom>
        </p:spPr>
        <p:txBody>
          <a:bodyPr wrap="square" rtlCol="0">
            <a:spAutoFit/>
          </a:bodyPr>
          <a:lstStyle/>
          <a:p>
            <a:pPr marL="0" lvl="0" indent="0" algn="just">
              <a:lnSpc>
                <a:spcPct val="150000"/>
              </a:lnSpc>
              <a:buNone/>
            </a:pPr>
            <a:endParaRPr lang="en-US" sz="2000" dirty="0">
              <a:solidFill>
                <a:srgbClr val="000000"/>
              </a:solidFill>
              <a:latin typeface="Times New Roman" panose="02020503050405090304"/>
            </a:endParaRPr>
          </a:p>
        </p:txBody>
      </p:sp>
      <p:graphicFrame>
        <p:nvGraphicFramePr>
          <p:cNvPr id="6" name="Table 40"/>
          <p:cNvGraphicFramePr/>
          <p:nvPr/>
        </p:nvGraphicFramePr>
        <p:xfrm>
          <a:off x="344170" y="1026795"/>
          <a:ext cx="8265160" cy="4895215"/>
        </p:xfrm>
        <a:graphic>
          <a:graphicData uri="http://schemas.openxmlformats.org/drawingml/2006/table">
            <a:tbl>
              <a:tblPr firstRow="1">
                <a:tableStyleId>{E3F875F3-3D31-4828-838F-73F7B5CD5988}</a:tableStyleId>
              </a:tblPr>
              <a:tblGrid>
                <a:gridCol w="1546225"/>
                <a:gridCol w="1416685"/>
                <a:gridCol w="1125220"/>
                <a:gridCol w="1983105"/>
                <a:gridCol w="2193925"/>
              </a:tblGrid>
              <a:tr h="842010">
                <a:tc>
                  <a:txBody>
                    <a:bodyPr/>
                    <a:lstStyle/>
                    <a:p>
                      <a:r>
                        <a:rPr lang="en-US" sz="1100" dirty="0">
                          <a:latin typeface="Times New Roman" panose="02020503050405090304" pitchFamily="18" charset="0"/>
                          <a:cs typeface="Times New Roman" panose="02020503050405090304" pitchFamily="18" charset="0"/>
                        </a:rPr>
                        <a:t>Name of Author(s)</a:t>
                      </a:r>
                      <a:endParaRPr lang="en-US" sz="1100" dirty="0">
                        <a:latin typeface="Times New Roman" panose="02020503050405090304" pitchFamily="18" charset="0"/>
                        <a:cs typeface="Times New Roman" panose="02020503050405090304" pitchFamily="18" charset="0"/>
                      </a:endParaRPr>
                    </a:p>
                  </a:txBody>
                  <a:tcPr/>
                </a:tc>
                <a:tc>
                  <a:txBody>
                    <a:bodyPr/>
                    <a:lstStyle/>
                    <a:p>
                      <a:r>
                        <a:rPr lang="en-US" sz="1100" dirty="0">
                          <a:latin typeface="Times New Roman" panose="02020503050405090304" pitchFamily="18" charset="0"/>
                          <a:cs typeface="Times New Roman" panose="02020503050405090304" pitchFamily="18" charset="0"/>
                        </a:rPr>
                        <a:t>Title</a:t>
                      </a:r>
                      <a:endParaRPr lang="en-US" sz="1100" dirty="0">
                        <a:latin typeface="Times New Roman" panose="02020503050405090304" pitchFamily="18" charset="0"/>
                        <a:cs typeface="Times New Roman" panose="02020503050405090304" pitchFamily="18" charset="0"/>
                      </a:endParaRPr>
                    </a:p>
                  </a:txBody>
                  <a:tcPr/>
                </a:tc>
                <a:tc>
                  <a:txBody>
                    <a:bodyPr/>
                    <a:lstStyle/>
                    <a:p>
                      <a:r>
                        <a:rPr lang="en-US" sz="1100" dirty="0">
                          <a:latin typeface="Times New Roman" panose="02020503050405090304" pitchFamily="18" charset="0"/>
                          <a:cs typeface="Times New Roman" panose="02020503050405090304" pitchFamily="18" charset="0"/>
                        </a:rPr>
                        <a:t>Year of Publication</a:t>
                      </a:r>
                      <a:endParaRPr lang="en-US" sz="1100" dirty="0">
                        <a:latin typeface="Times New Roman" panose="02020503050405090304" pitchFamily="18" charset="0"/>
                        <a:cs typeface="Times New Roman" panose="02020503050405090304" pitchFamily="18" charset="0"/>
                      </a:endParaRPr>
                    </a:p>
                  </a:txBody>
                  <a:tcPr/>
                </a:tc>
                <a:tc>
                  <a:txBody>
                    <a:bodyPr/>
                    <a:lstStyle/>
                    <a:p>
                      <a:r>
                        <a:rPr lang="en-US" sz="1100" dirty="0">
                          <a:latin typeface="Times New Roman" panose="02020503050405090304" pitchFamily="18" charset="0"/>
                          <a:cs typeface="Times New Roman" panose="02020503050405090304" pitchFamily="18" charset="0"/>
                        </a:rPr>
                        <a:t>Pros</a:t>
                      </a:r>
                      <a:endParaRPr lang="en-US" sz="1100" dirty="0">
                        <a:latin typeface="Times New Roman" panose="02020503050405090304" pitchFamily="18" charset="0"/>
                        <a:cs typeface="Times New Roman" panose="02020503050405090304" pitchFamily="18" charset="0"/>
                      </a:endParaRPr>
                    </a:p>
                  </a:txBody>
                  <a:tcPr/>
                </a:tc>
                <a:tc>
                  <a:txBody>
                    <a:bodyPr/>
                    <a:lstStyle/>
                    <a:p>
                      <a:r>
                        <a:rPr lang="en-US" sz="1100" dirty="0">
                          <a:latin typeface="Times New Roman" panose="02020503050405090304" pitchFamily="18" charset="0"/>
                          <a:cs typeface="Times New Roman" panose="02020503050405090304" pitchFamily="18" charset="0"/>
                        </a:rPr>
                        <a:t>Cons</a:t>
                      </a:r>
                      <a:endParaRPr lang="en-US" sz="1100" dirty="0">
                        <a:latin typeface="Times New Roman" panose="02020503050405090304" pitchFamily="18" charset="0"/>
                        <a:cs typeface="Times New Roman" panose="02020503050405090304" pitchFamily="18" charset="0"/>
                      </a:endParaRPr>
                    </a:p>
                  </a:txBody>
                  <a:tcPr/>
                </a:tc>
              </a:tr>
              <a:tr h="732155">
                <a:tc>
                  <a:txBody>
                    <a:bodyPr/>
                    <a:lstStyle/>
                    <a:p>
                      <a:pPr algn="l"/>
                      <a:r>
                        <a:rPr sz="1200">
                          <a:latin typeface="Times New Roman Regular" panose="02020503050405090304" charset="0"/>
                          <a:cs typeface="Times New Roman Regular" panose="02020503050405090304" charset="0"/>
                        </a:rPr>
                        <a:t>Stripe Documentation Team</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Stripe Billing System</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2023</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Powerful subscription APIs</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Complex pricing structure</a:t>
                      </a:r>
                      <a:endParaRPr sz="1200">
                        <a:latin typeface="Times New Roman Regular" panose="02020503050405090304" charset="0"/>
                        <a:cs typeface="Times New Roman Regular" panose="02020503050405090304" charset="0"/>
                      </a:endParaRPr>
                    </a:p>
                  </a:txBody>
                  <a:tcPr marL="0" marR="0" marT="0" marB="0" anchor="ctr" anchorCtr="0"/>
                </a:tc>
              </a:tr>
              <a:tr h="732790">
                <a:tc>
                  <a:txBody>
                    <a:bodyPr/>
                    <a:lstStyle/>
                    <a:p>
                      <a:pPr algn="l"/>
                      <a:r>
                        <a:rPr sz="1200">
                          <a:latin typeface="Times New Roman Regular" panose="02020503050405090304" charset="0"/>
                          <a:cs typeface="Times New Roman Regular" panose="02020503050405090304" charset="0"/>
                        </a:rPr>
                        <a:t>PayPal Developers</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Subscription APIs</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2022</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Global payment integration</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Limited entitlement control</a:t>
                      </a:r>
                      <a:endParaRPr sz="1200">
                        <a:latin typeface="Times New Roman Regular" panose="02020503050405090304" charset="0"/>
                        <a:cs typeface="Times New Roman Regular" panose="02020503050405090304" charset="0"/>
                      </a:endParaRPr>
                    </a:p>
                  </a:txBody>
                  <a:tcPr marL="0" marR="0" marT="0" marB="0" anchor="ctr" anchorCtr="0"/>
                </a:tc>
              </a:tr>
              <a:tr h="1082040">
                <a:tc>
                  <a:txBody>
                    <a:bodyPr/>
                    <a:lstStyle/>
                    <a:p>
                      <a:pPr algn="l"/>
                      <a:r>
                        <a:rPr sz="1200">
                          <a:latin typeface="Times New Roman Regular" panose="02020503050405090304" charset="0"/>
                          <a:cs typeface="Times New Roman Regular" panose="02020503050405090304" charset="0"/>
                        </a:rPr>
                        <a:t>Firebase Team</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Firebase Authentication &amp; Access Control</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2021</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Easy integration</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Limited SaaS subscription support</a:t>
                      </a:r>
                      <a:endParaRPr sz="1200">
                        <a:latin typeface="Times New Roman Regular" panose="02020503050405090304" charset="0"/>
                        <a:cs typeface="Times New Roman Regular" panose="02020503050405090304" charset="0"/>
                      </a:endParaRPr>
                    </a:p>
                  </a:txBody>
                  <a:tcPr marL="0" marR="0" marT="0" marB="0" anchor="ctr" anchorCtr="0"/>
                </a:tc>
              </a:tr>
              <a:tr h="732155">
                <a:tc>
                  <a:txBody>
                    <a:bodyPr/>
                    <a:lstStyle/>
                    <a:p>
                      <a:pPr algn="l"/>
                      <a:r>
                        <a:rPr sz="1200">
                          <a:latin typeface="Times New Roman Regular" panose="02020503050405090304" charset="0"/>
                          <a:cs typeface="Times New Roman Regular" panose="02020503050405090304" charset="0"/>
                        </a:rPr>
                        <a:t>Razorpay Developers</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Razorpay Subscription APIs</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2023</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Supports recurring billing</a:t>
                      </a:r>
                      <a:endParaRPr sz="1200">
                        <a:latin typeface="Times New Roman Regular" panose="02020503050405090304" charset="0"/>
                        <a:cs typeface="Times New Roman Regular" panose="02020503050405090304" charset="0"/>
                      </a:endParaRPr>
                    </a:p>
                  </a:txBody>
                  <a:tcPr marL="0" marR="0" marT="0" marB="0" anchor="ctr" anchorCtr="0"/>
                </a:tc>
                <a:tc>
                  <a:txBody>
                    <a:bodyPr/>
                    <a:lstStyle/>
                    <a:p>
                      <a:pPr algn="l"/>
                      <a:r>
                        <a:rPr sz="1200">
                          <a:latin typeface="Times New Roman Regular" panose="02020503050405090304" charset="0"/>
                          <a:cs typeface="Times New Roman Regular" panose="02020503050405090304" charset="0"/>
                        </a:rPr>
                        <a:t>Requires custom feature management</a:t>
                      </a:r>
                      <a:endParaRPr sz="1200">
                        <a:latin typeface="Times New Roman Regular" panose="02020503050405090304" charset="0"/>
                        <a:cs typeface="Times New Roman Regular" panose="02020503050405090304" charset="0"/>
                      </a:endParaRPr>
                    </a:p>
                  </a:txBody>
                  <a:tcPr marL="0" marR="0" marT="0" marB="0" anchor="ctr" anchorCtr="0"/>
                </a:tc>
              </a:tr>
              <a:tr h="774065">
                <a:tc>
                  <a:txBody>
                    <a:bodyPr/>
                    <a:p>
                      <a:pPr algn="l"/>
                      <a:r>
                        <a:rPr sz="1200">
                          <a:latin typeface="Times New Roman Regular" panose="02020503050405090304" charset="0"/>
                          <a:cs typeface="Times New Roman Regular" panose="02020503050405090304" charset="0"/>
                        </a:rPr>
                        <a:t>Multiple SaaS Researchers</a:t>
                      </a:r>
                      <a:endParaRPr sz="1200">
                        <a:latin typeface="Times New Roman Regular" panose="02020503050405090304" charset="0"/>
                        <a:cs typeface="Times New Roman Regular" panose="02020503050405090304" charset="0"/>
                      </a:endParaRPr>
                    </a:p>
                  </a:txBody>
                  <a:tcPr marL="0" marR="0" marT="0" marB="0" anchor="ctr" anchorCtr="0"/>
                </a:tc>
                <a:tc>
                  <a:txBody>
                    <a:bodyPr/>
                    <a:p>
                      <a:pPr algn="l"/>
                      <a:r>
                        <a:rPr sz="1200">
                          <a:latin typeface="Times New Roman Regular" panose="02020503050405090304" charset="0"/>
                          <a:cs typeface="Times New Roman Regular" panose="02020503050405090304" charset="0"/>
                        </a:rPr>
                        <a:t>Multi-Tenant SaaS Architectures</a:t>
                      </a:r>
                      <a:endParaRPr sz="1200">
                        <a:latin typeface="Times New Roman Regular" panose="02020503050405090304" charset="0"/>
                        <a:cs typeface="Times New Roman Regular" panose="02020503050405090304" charset="0"/>
                      </a:endParaRPr>
                    </a:p>
                  </a:txBody>
                  <a:tcPr marL="0" marR="0" marT="0" marB="0" anchor="ctr" anchorCtr="0"/>
                </a:tc>
                <a:tc>
                  <a:txBody>
                    <a:bodyPr/>
                    <a:p>
                      <a:pPr algn="l"/>
                      <a:r>
                        <a:rPr sz="1200">
                          <a:latin typeface="Times New Roman Regular" panose="02020503050405090304" charset="0"/>
                          <a:cs typeface="Times New Roman Regular" panose="02020503050405090304" charset="0"/>
                        </a:rPr>
                        <a:t>2020-2024</a:t>
                      </a:r>
                      <a:endParaRPr sz="1200">
                        <a:latin typeface="Times New Roman Regular" panose="02020503050405090304" charset="0"/>
                        <a:cs typeface="Times New Roman Regular" panose="02020503050405090304" charset="0"/>
                      </a:endParaRPr>
                    </a:p>
                  </a:txBody>
                  <a:tcPr marL="0" marR="0" marT="0" marB="0" anchor="ctr" anchorCtr="0"/>
                </a:tc>
                <a:tc>
                  <a:txBody>
                    <a:bodyPr/>
                    <a:p>
                      <a:pPr algn="l"/>
                      <a:r>
                        <a:rPr sz="1200">
                          <a:latin typeface="Times New Roman Regular" panose="02020503050405090304" charset="0"/>
                          <a:cs typeface="Times New Roman Regular" panose="02020503050405090304" charset="0"/>
                        </a:rPr>
                        <a:t>Scalable architecture</a:t>
                      </a:r>
                      <a:endParaRPr sz="1200">
                        <a:latin typeface="Times New Roman Regular" panose="02020503050405090304" charset="0"/>
                        <a:cs typeface="Times New Roman Regular" panose="02020503050405090304" charset="0"/>
                      </a:endParaRPr>
                    </a:p>
                  </a:txBody>
                  <a:tcPr marL="0" marR="0" marT="0" marB="0" anchor="ctr" anchorCtr="0"/>
                </a:tc>
                <a:tc>
                  <a:txBody>
                    <a:bodyPr/>
                    <a:p>
                      <a:pPr algn="l"/>
                      <a:r>
                        <a:rPr sz="1200">
                          <a:latin typeface="Times New Roman Regular" panose="02020503050405090304" charset="0"/>
                          <a:cs typeface="Times New Roman Regular" panose="02020503050405090304" charset="0"/>
                        </a:rPr>
                        <a:t>Requires advanced security handling</a:t>
                      </a:r>
                      <a:endParaRPr sz="1200">
                        <a:latin typeface="Times New Roman Regular" panose="02020503050405090304" charset="0"/>
                        <a:cs typeface="Times New Roman Regular" panose="02020503050405090304" charset="0"/>
                      </a:endParaRPr>
                    </a:p>
                  </a:txBody>
                  <a:tcPr marL="0" marR="0" marT="0" marB="0" anchor="ctr" anchorCtr="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E51DD9D3-54DF-450F-A286-E8E2FAE2A330}" type="slidenum">
              <a:rPr/>
            </a:fld>
            <a:endParaRPr lang="en-US" dirty="0"/>
          </a:p>
        </p:txBody>
      </p:sp>
      <p:sp>
        <p:nvSpPr>
          <p:cNvPr id="4" name="Text Box 1048698"/>
          <p:cNvSpPr txBox="1"/>
          <p:nvPr/>
        </p:nvSpPr>
        <p:spPr>
          <a:xfrm>
            <a:off x="534627" y="457200"/>
            <a:ext cx="4875573" cy="584775"/>
          </a:xfrm>
          <a:prstGeom prst="rect">
            <a:avLst/>
          </a:prstGeom>
        </p:spPr>
        <p:txBody>
          <a:bodyPr wrap="square" rtlCol="0">
            <a:spAutoFit/>
          </a:bodyPr>
          <a:lstStyle/>
          <a:p>
            <a:r>
              <a:rPr lang="en-US" sz="3200" b="1" dirty="0">
                <a:solidFill>
                  <a:srgbClr val="7030A0"/>
                </a:solidFill>
                <a:latin typeface="Times New Roman" panose="02020503050405090304"/>
              </a:rPr>
              <a:t>EXISTING SYSTEMS</a:t>
            </a:r>
            <a:endParaRPr lang="en-US" sz="3200" b="1" dirty="0">
              <a:solidFill>
                <a:srgbClr val="7030A0"/>
              </a:solidFill>
              <a:latin typeface="Times New Roman" panose="02020503050405090304"/>
            </a:endParaRPr>
          </a:p>
        </p:txBody>
      </p:sp>
      <p:sp>
        <p:nvSpPr>
          <p:cNvPr id="5" name="Text Box 1048699"/>
          <p:cNvSpPr txBox="1"/>
          <p:nvPr/>
        </p:nvSpPr>
        <p:spPr>
          <a:xfrm>
            <a:off x="534628" y="1295493"/>
            <a:ext cx="8074744" cy="4154170"/>
          </a:xfrm>
          <a:prstGeom prst="rect">
            <a:avLst/>
          </a:prstGeom>
        </p:spPr>
        <p:txBody>
          <a:bodyPr wrap="square" rtlCol="0">
            <a:spAutoFit/>
          </a:bodyPr>
          <a:lstStyle/>
          <a:p>
            <a:pPr lvl="0">
              <a:lnSpc>
                <a:spcPct val="150000"/>
              </a:lnSpc>
            </a:pPr>
            <a:r>
              <a:rPr lang="en-US" sz="1600" dirty="0">
                <a:latin typeface="Times New Roman" panose="02020503050405090304" pitchFamily="18" charset="0"/>
                <a:cs typeface="Times New Roman" panose="02020503050405090304" pitchFamily="18" charset="0"/>
              </a:rPr>
              <a:t>	</a:t>
            </a:r>
            <a:r>
              <a:rPr lang="en-US" altLang="en-US" sz="1600" dirty="0">
                <a:latin typeface="Times New Roman" panose="02020503050405090304" pitchFamily="18" charset="0"/>
                <a:cs typeface="Times New Roman" panose="02020503050405090304" pitchFamily="18" charset="0"/>
              </a:rPr>
              <a:t>Currently, many applications build subscription management systems independently using custom backend logic and payment integrations. Most systems focus mainly on payments and do not provide centralized entitlement management. Feature access is often hardcoded into applications, making maintenance and scaling difficult.</a:t>
            </a:r>
            <a:endParaRPr lang="en-US" altLang="en-US" sz="2000" dirty="0">
              <a:latin typeface="Times New Roman" panose="02020503050405090304" pitchFamily="18" charset="0"/>
              <a:cs typeface="Times New Roman" panose="02020503050405090304" pitchFamily="18" charset="0"/>
            </a:endParaRPr>
          </a:p>
          <a:p>
            <a:pPr>
              <a:lnSpc>
                <a:spcPct val="150000"/>
              </a:lnSpc>
            </a:pPr>
            <a:r>
              <a:rPr lang="en-US" sz="1600" b="1" dirty="0">
                <a:latin typeface="Times New Roman" panose="02020503050405090304" pitchFamily="18" charset="0"/>
                <a:cs typeface="Times New Roman" panose="02020503050405090304" pitchFamily="18" charset="0"/>
              </a:rPr>
              <a:t>Disadvantages</a:t>
            </a:r>
            <a:endParaRPr lang="en-US" sz="1600" b="1"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Subscription logic duplicated across applications</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No centralized entitlement management</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Difficult feature access handling</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Complex scaling and maintenance</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Limited API-based integration support</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Poor usage tracking and analytics</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E51DD9D3-54DF-450F-A286-E8E2FAE2A330}" type="slidenum">
              <a:rPr/>
            </a:fld>
            <a:endParaRPr lang="en-US" dirty="0"/>
          </a:p>
        </p:txBody>
      </p:sp>
      <p:sp>
        <p:nvSpPr>
          <p:cNvPr id="4" name="Text Box 1048698"/>
          <p:cNvSpPr txBox="1"/>
          <p:nvPr/>
        </p:nvSpPr>
        <p:spPr>
          <a:xfrm>
            <a:off x="534627" y="457200"/>
            <a:ext cx="4875573" cy="584775"/>
          </a:xfrm>
          <a:prstGeom prst="rect">
            <a:avLst/>
          </a:prstGeom>
        </p:spPr>
        <p:txBody>
          <a:bodyPr wrap="square" rtlCol="0">
            <a:spAutoFit/>
          </a:bodyPr>
          <a:lstStyle/>
          <a:p>
            <a:r>
              <a:rPr lang="en-US" sz="3200" b="1" dirty="0">
                <a:solidFill>
                  <a:srgbClr val="7030A0"/>
                </a:solidFill>
                <a:latin typeface="Times New Roman" panose="02020503050405090304"/>
              </a:rPr>
              <a:t>PROPOSED SYSTEMS</a:t>
            </a:r>
            <a:endParaRPr lang="en-US" sz="3200" b="1" dirty="0">
              <a:solidFill>
                <a:srgbClr val="7030A0"/>
              </a:solidFill>
              <a:latin typeface="Times New Roman" panose="02020503050405090304"/>
            </a:endParaRPr>
          </a:p>
        </p:txBody>
      </p:sp>
      <p:sp>
        <p:nvSpPr>
          <p:cNvPr id="5" name="Text Box 1048699"/>
          <p:cNvSpPr txBox="1"/>
          <p:nvPr/>
        </p:nvSpPr>
        <p:spPr>
          <a:xfrm>
            <a:off x="534628" y="1080228"/>
            <a:ext cx="8074744" cy="5262245"/>
          </a:xfrm>
          <a:prstGeom prst="rect">
            <a:avLst/>
          </a:prstGeom>
        </p:spPr>
        <p:txBody>
          <a:bodyPr wrap="square" rtlCol="0">
            <a:spAutoFit/>
          </a:bodyPr>
          <a:lstStyle/>
          <a:p>
            <a:pPr lvl="0">
              <a:lnSpc>
                <a:spcPct val="150000"/>
              </a:lnSpc>
            </a:pPr>
            <a:r>
              <a:rPr lang="en-US" sz="1600" dirty="0">
                <a:latin typeface="Times New Roman" panose="02020503050405090304" pitchFamily="18" charset="0"/>
                <a:cs typeface="Times New Roman" panose="02020503050405090304" pitchFamily="18" charset="0"/>
              </a:rPr>
              <a:t>	</a:t>
            </a:r>
            <a:r>
              <a:rPr lang="en-US" altLang="en-US" sz="1600" dirty="0">
                <a:latin typeface="Times New Roman" panose="02020503050405090304" pitchFamily="18" charset="0"/>
                <a:cs typeface="Times New Roman" panose="02020503050405090304" pitchFamily="18" charset="0"/>
              </a:rPr>
              <a:t>The proposed system is a centralized API-first SaaS platform for managing subscriptions, feature access, and usage tracking. App owners register as tenants, generate API keys, create plans and features, and integrate the platform APIs into their applications. The system dynamically validates feature access using real-time entitlement APIs and tracks user usage based on subscription limits.</a:t>
            </a:r>
            <a:endParaRPr lang="en-US" altLang="en-US" sz="1600" dirty="0">
              <a:latin typeface="Times New Roman" panose="02020503050405090304" pitchFamily="18" charset="0"/>
              <a:cs typeface="Times New Roman" panose="02020503050405090304" pitchFamily="18" charset="0"/>
            </a:endParaRPr>
          </a:p>
          <a:p>
            <a:pPr lvl="0">
              <a:lnSpc>
                <a:spcPct val="150000"/>
              </a:lnSpc>
            </a:pPr>
            <a:r>
              <a:rPr lang="en-US" sz="1600" b="1" dirty="0">
                <a:latin typeface="Times New Roman" panose="02020503050405090304" pitchFamily="18" charset="0"/>
                <a:cs typeface="Times New Roman" panose="02020503050405090304" pitchFamily="18" charset="0"/>
              </a:rPr>
              <a:t>Advantages</a:t>
            </a:r>
            <a:endParaRPr lang="en-US" sz="1600" b="1" dirty="0">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API-first scalable architecture</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Multi-tenant SaaS infrastructure</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Real-time feature entitlement verification</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Secure API key authentication</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Centralized subscription management</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Easy integration for external applications</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Dynamic feature access control</a:t>
            </a:r>
            <a:endParaRPr lang="en-US" altLang="en-US" sz="1600" dirty="0">
              <a:solidFill>
                <a:srgbClr val="000000"/>
              </a:solidFill>
              <a:latin typeface="Times New Roman" panose="02020503050405090304" pitchFamily="18" charset="0"/>
              <a:cs typeface="Times New Roman" panose="02020503050405090304" pitchFamily="18" charset="0"/>
            </a:endParaRPr>
          </a:p>
          <a:p>
            <a:pPr marL="342900" indent="-342900">
              <a:lnSpc>
                <a:spcPct val="150000"/>
              </a:lnSpc>
              <a:buFont typeface="Arial" panose="020B0604020202090204" pitchFamily="34" charset="0"/>
              <a:buChar char="•"/>
            </a:pPr>
            <a:r>
              <a:rPr lang="en-US" altLang="en-US" sz="1600" dirty="0">
                <a:solidFill>
                  <a:srgbClr val="000000"/>
                </a:solidFill>
                <a:latin typeface="Times New Roman" panose="02020503050405090304" pitchFamily="18" charset="0"/>
                <a:cs typeface="Times New Roman" panose="02020503050405090304" pitchFamily="18" charset="0"/>
              </a:rPr>
              <a:t>Usage tracking and analytics support</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FB58637B-4784-492F-A78E-A63EE80ACFAA}" type="slidenum">
              <a:rPr/>
            </a:fld>
            <a:endParaRPr lang="en-US" dirty="0"/>
          </a:p>
        </p:txBody>
      </p:sp>
      <p:sp>
        <p:nvSpPr>
          <p:cNvPr id="4" name="Text Box 1048698"/>
          <p:cNvSpPr txBox="1"/>
          <p:nvPr/>
        </p:nvSpPr>
        <p:spPr>
          <a:xfrm>
            <a:off x="457200" y="467666"/>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MODULES</a:t>
            </a:r>
            <a:endParaRPr lang="en-US" sz="3200" b="1" dirty="0">
              <a:solidFill>
                <a:srgbClr val="7030A0"/>
              </a:solidFill>
              <a:latin typeface="Times New Roman" panose="02020503050405090304"/>
            </a:endParaRPr>
          </a:p>
        </p:txBody>
      </p:sp>
      <p:sp>
        <p:nvSpPr>
          <p:cNvPr id="5" name="Text Box 1048699"/>
          <p:cNvSpPr txBox="1"/>
          <p:nvPr/>
        </p:nvSpPr>
        <p:spPr>
          <a:xfrm>
            <a:off x="609600" y="1371600"/>
            <a:ext cx="7410450" cy="4043045"/>
          </a:xfrm>
          <a:prstGeom prst="rect">
            <a:avLst/>
          </a:prstGeom>
        </p:spPr>
        <p:txBody>
          <a:bodyPr wrap="square" rtlCol="0">
            <a:noAutofit/>
          </a:bodyPr>
          <a:lstStyle/>
          <a:p>
            <a:pPr lvl="0">
              <a:lnSpc>
                <a:spcPct val="100000"/>
              </a:lnSpc>
            </a:pPr>
            <a:r>
              <a:rPr lang="en-US" altLang="en-US" b="1" dirty="0">
                <a:solidFill>
                  <a:srgbClr val="000000"/>
                </a:solidFill>
                <a:latin typeface="Times New Roman Bold" panose="02020503050405090304" charset="0"/>
                <a:cs typeface="Times New Roman Bold" panose="02020503050405090304" charset="0"/>
              </a:rPr>
              <a:t>Authentication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Handles tenant authentication and secure API access.</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API Key Management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Generates and manages API keys for tenant applications.</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Subscription Management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Creates and manages subscription plans and user subscriptions.</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Feature Entitlement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Validates user access to premium features dynamically.</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Usage Tracking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Tracks API calls and feature usage for every user.</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Multi-Tenant Management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Maintains isolated environments for multiple application owners.</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Payment Integration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Supports integration with Razorpay or PayPal for subscription activation.</a:t>
            </a:r>
            <a:endParaRPr lang="en-US" altLang="en-US" b="0" dirty="0">
              <a:solidFill>
                <a:srgbClr val="000000"/>
              </a:solidFill>
              <a:latin typeface="Times New Roman" panose="02020503050405090304" pitchFamily="18" charset="0"/>
              <a:cs typeface="Times New Roman" panose="02020503050405090304" pitchFamily="18" charset="0"/>
            </a:endParaRPr>
          </a:p>
          <a:p>
            <a:pPr lvl="0">
              <a:lnSpc>
                <a:spcPct val="100000"/>
              </a:lnSpc>
            </a:pPr>
            <a:r>
              <a:rPr lang="en-US" altLang="en-US" b="1" dirty="0">
                <a:solidFill>
                  <a:srgbClr val="000000"/>
                </a:solidFill>
                <a:latin typeface="Times New Roman Bold" panose="02020503050405090304" charset="0"/>
                <a:cs typeface="Times New Roman Bold" panose="02020503050405090304" charset="0"/>
              </a:rPr>
              <a:t>Analytics Dashboard Module</a:t>
            </a:r>
            <a:endParaRPr lang="en-US" altLang="en-US" b="1" dirty="0">
              <a:solidFill>
                <a:srgbClr val="000000"/>
              </a:solidFill>
              <a:latin typeface="Times New Roman Bold" panose="02020503050405090304" charset="0"/>
              <a:cs typeface="Times New Roman Bold" panose="02020503050405090304" charset="0"/>
            </a:endParaRPr>
          </a:p>
          <a:p>
            <a:pPr lvl="0" indent="457200">
              <a:lnSpc>
                <a:spcPct val="100000"/>
              </a:lnSpc>
            </a:pPr>
            <a:r>
              <a:rPr lang="en-US" altLang="en-US" b="0" dirty="0">
                <a:solidFill>
                  <a:srgbClr val="000000"/>
                </a:solidFill>
                <a:latin typeface="Times New Roman" panose="02020503050405090304" pitchFamily="18" charset="0"/>
                <a:cs typeface="Times New Roman" panose="02020503050405090304" pitchFamily="18" charset="0"/>
              </a:rPr>
              <a:t>Provides API usage statistics and subscription insights.</a:t>
            </a:r>
            <a:endParaRPr lang="en-US" altLang="en-US" b="0" dirty="0">
              <a:solidFill>
                <a:srgbClr val="0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313BD55A-3E37-4DAE-BE3F-BDCF0F03AC42}" type="slidenum">
              <a:rPr/>
            </a:fld>
            <a:endParaRPr lang="en-US" dirty="0"/>
          </a:p>
        </p:txBody>
      </p:sp>
      <p:sp>
        <p:nvSpPr>
          <p:cNvPr id="4" name="Text Box 1048698"/>
          <p:cNvSpPr txBox="1"/>
          <p:nvPr/>
        </p:nvSpPr>
        <p:spPr>
          <a:xfrm>
            <a:off x="534626" y="711597"/>
            <a:ext cx="5789973" cy="584775"/>
          </a:xfrm>
          <a:prstGeom prst="rect">
            <a:avLst/>
          </a:prstGeom>
        </p:spPr>
        <p:txBody>
          <a:bodyPr wrap="square" rtlCol="0">
            <a:spAutoFit/>
          </a:bodyPr>
          <a:lstStyle/>
          <a:p>
            <a:r>
              <a:rPr lang="en-US" sz="3200" b="1" dirty="0">
                <a:solidFill>
                  <a:srgbClr val="7030A0"/>
                </a:solidFill>
                <a:latin typeface="Times New Roman" panose="02020503050405090304"/>
              </a:rPr>
              <a:t>ARCHITECTURE DIAGRAM</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548525"/>
          </a:xfrm>
          <a:prstGeom prst="rect">
            <a:avLst/>
          </a:prstGeom>
        </p:spPr>
        <p:txBody>
          <a:bodyPr wrap="square" rtlCol="0">
            <a:spAutoFit/>
          </a:bodyPr>
          <a:lstStyle/>
          <a:p>
            <a:pPr marL="0" lvl="0" indent="0" algn="just">
              <a:lnSpc>
                <a:spcPct val="150000"/>
              </a:lnSpc>
              <a:buNone/>
            </a:pPr>
            <a:endParaRPr lang="en-US" sz="2000" dirty="0">
              <a:solidFill>
                <a:srgbClr val="000000"/>
              </a:solidFill>
              <a:latin typeface="Times New Roman" panose="02020503050405090304"/>
            </a:endParaRPr>
          </a:p>
        </p:txBody>
      </p:sp>
      <p:pic>
        <p:nvPicPr>
          <p:cNvPr id="7" name="Picture 6" descr="/Users/pavith/Downloads/ChatGPT Image May 6, 2026, 03_29_56 PM.pngChatGPT Image May 6, 2026, 03_29_56 PM"/>
          <p:cNvPicPr>
            <a:picLocks noChangeAspect="1"/>
          </p:cNvPicPr>
          <p:nvPr/>
        </p:nvPicPr>
        <p:blipFill>
          <a:blip r:embed="rId1"/>
          <a:srcRect t="10027" b="2446"/>
          <a:stretch>
            <a:fillRect/>
          </a:stretch>
        </p:blipFill>
        <p:spPr>
          <a:xfrm>
            <a:off x="685800" y="1600200"/>
            <a:ext cx="7772400" cy="4648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313BD55A-3E37-4DAE-BE3F-BDCF0F03AC42}" type="slidenum">
              <a:rPr/>
            </a:fld>
            <a:endParaRPr lang="en-US" dirty="0"/>
          </a:p>
        </p:txBody>
      </p:sp>
      <p:sp>
        <p:nvSpPr>
          <p:cNvPr id="4" name="Text Box 1048698"/>
          <p:cNvSpPr txBox="1"/>
          <p:nvPr/>
        </p:nvSpPr>
        <p:spPr>
          <a:xfrm>
            <a:off x="534626" y="711597"/>
            <a:ext cx="5180373" cy="584775"/>
          </a:xfrm>
          <a:prstGeom prst="rect">
            <a:avLst/>
          </a:prstGeom>
        </p:spPr>
        <p:txBody>
          <a:bodyPr wrap="square" rtlCol="0">
            <a:spAutoFit/>
          </a:bodyPr>
          <a:lstStyle/>
          <a:p>
            <a:r>
              <a:rPr lang="en-US" sz="3200" b="1" dirty="0">
                <a:solidFill>
                  <a:srgbClr val="7030A0"/>
                </a:solidFill>
                <a:latin typeface="Times New Roman" panose="02020503050405090304"/>
              </a:rPr>
              <a:t>WORKFLOW DIAGRAM</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548525"/>
          </a:xfrm>
          <a:prstGeom prst="rect">
            <a:avLst/>
          </a:prstGeom>
        </p:spPr>
        <p:txBody>
          <a:bodyPr wrap="square" rtlCol="0">
            <a:spAutoFit/>
          </a:bodyPr>
          <a:lstStyle/>
          <a:p>
            <a:pPr marL="0" lvl="0" indent="0" algn="just">
              <a:lnSpc>
                <a:spcPct val="150000"/>
              </a:lnSpc>
              <a:buNone/>
            </a:pPr>
            <a:endParaRPr lang="en-US" sz="2000" dirty="0">
              <a:solidFill>
                <a:srgbClr val="000000"/>
              </a:solidFill>
              <a:latin typeface="Times New Roman" panose="02020503050405090304"/>
            </a:endParaRPr>
          </a:p>
        </p:txBody>
      </p:sp>
      <p:pic>
        <p:nvPicPr>
          <p:cNvPr id="10" name="Picture 9"/>
          <p:cNvPicPr>
            <a:picLocks noChangeAspect="1"/>
          </p:cNvPicPr>
          <p:nvPr/>
        </p:nvPicPr>
        <p:blipFill>
          <a:blip r:embed="rId1"/>
          <a:stretch>
            <a:fillRect/>
          </a:stretch>
        </p:blipFill>
        <p:spPr>
          <a:xfrm>
            <a:off x="1295400" y="1418889"/>
            <a:ext cx="6858000" cy="4572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313BD55A-3E37-4DAE-BE3F-BDCF0F03AC42}"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Output</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548525"/>
          </a:xfrm>
          <a:prstGeom prst="rect">
            <a:avLst/>
          </a:prstGeom>
        </p:spPr>
        <p:txBody>
          <a:bodyPr wrap="square" rtlCol="0">
            <a:spAutoFit/>
          </a:bodyPr>
          <a:lstStyle/>
          <a:p>
            <a:pPr marL="0" lvl="0" indent="0" algn="just">
              <a:lnSpc>
                <a:spcPct val="150000"/>
              </a:lnSpc>
              <a:buNone/>
            </a:pPr>
            <a:endParaRPr lang="en-US" sz="2000" dirty="0">
              <a:solidFill>
                <a:srgbClr val="000000"/>
              </a:solidFill>
              <a:latin typeface="Times New Roman" panose="02020503050405090304"/>
            </a:endParaRPr>
          </a:p>
        </p:txBody>
      </p:sp>
      <p:sp>
        <p:nvSpPr>
          <p:cNvPr id="7" name="Text Box 6"/>
          <p:cNvSpPr txBox="1"/>
          <p:nvPr/>
        </p:nvSpPr>
        <p:spPr>
          <a:xfrm>
            <a:off x="5046875" y="-64873"/>
            <a:ext cx="1905000" cy="308551"/>
          </a:xfrm>
          <a:prstGeom prst="rect">
            <a:avLst/>
          </a:prstGeom>
        </p:spPr>
        <p:txBody>
          <a:bodyPr lIns="95250" tIns="47625" rIns="95250" bIns="47625" rtlCol="0" anchor="t">
            <a:spAutoFit/>
          </a:bodyPr>
          <a:lstStyle/>
          <a:p>
            <a:pPr>
              <a:defRPr lang="en-US" sz="1400" dirty="0"/>
            </a:pPr>
            <a:r>
              <a:rPr lang="en-US" dirty="0"/>
              <a:t>Text</a:t>
            </a:r>
            <a:endParaRPr lang="en-US" dirty="0"/>
          </a:p>
        </p:txBody>
      </p:sp>
      <p:pic>
        <p:nvPicPr>
          <p:cNvPr id="6" name="Picture 5" descr="Screenshot 2026-05-06 at 3.37.01 PM"/>
          <p:cNvPicPr>
            <a:picLocks noChangeAspect="1"/>
          </p:cNvPicPr>
          <p:nvPr/>
        </p:nvPicPr>
        <p:blipFill>
          <a:blip r:embed="rId1"/>
          <a:stretch>
            <a:fillRect/>
          </a:stretch>
        </p:blipFill>
        <p:spPr>
          <a:xfrm>
            <a:off x="76200" y="1219200"/>
            <a:ext cx="8876665" cy="50419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313BD55A-3E37-4DAE-BE3F-BDCF0F03AC42}"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Output</a:t>
            </a:r>
            <a:endParaRPr lang="en-US" sz="3200" b="1" dirty="0">
              <a:solidFill>
                <a:srgbClr val="7030A0"/>
              </a:solidFill>
              <a:latin typeface="Times New Roman" panose="02020503050405090304"/>
            </a:endParaRPr>
          </a:p>
        </p:txBody>
      </p:sp>
      <p:sp>
        <p:nvSpPr>
          <p:cNvPr id="5" name="Text Box 1048699"/>
          <p:cNvSpPr txBox="1"/>
          <p:nvPr/>
        </p:nvSpPr>
        <p:spPr>
          <a:xfrm>
            <a:off x="534629" y="1418889"/>
            <a:ext cx="8074744" cy="548525"/>
          </a:xfrm>
          <a:prstGeom prst="rect">
            <a:avLst/>
          </a:prstGeom>
        </p:spPr>
        <p:txBody>
          <a:bodyPr wrap="square" rtlCol="0">
            <a:spAutoFit/>
          </a:bodyPr>
          <a:lstStyle/>
          <a:p>
            <a:pPr marL="0" lvl="0" indent="0" algn="just">
              <a:lnSpc>
                <a:spcPct val="150000"/>
              </a:lnSpc>
              <a:buNone/>
            </a:pPr>
            <a:endParaRPr lang="en-US" sz="2000" dirty="0">
              <a:solidFill>
                <a:srgbClr val="000000"/>
              </a:solidFill>
              <a:latin typeface="Times New Roman" panose="02020503050405090304"/>
            </a:endParaRPr>
          </a:p>
        </p:txBody>
      </p:sp>
      <p:sp>
        <p:nvSpPr>
          <p:cNvPr id="7" name="Text Box 6"/>
          <p:cNvSpPr txBox="1"/>
          <p:nvPr/>
        </p:nvSpPr>
        <p:spPr>
          <a:xfrm>
            <a:off x="5046875" y="-64873"/>
            <a:ext cx="1905000" cy="308551"/>
          </a:xfrm>
          <a:prstGeom prst="rect">
            <a:avLst/>
          </a:prstGeom>
        </p:spPr>
        <p:txBody>
          <a:bodyPr lIns="95250" tIns="47625" rIns="95250" bIns="47625" rtlCol="0" anchor="t">
            <a:spAutoFit/>
          </a:bodyPr>
          <a:lstStyle/>
          <a:p>
            <a:pPr>
              <a:defRPr lang="en-US" sz="1400" dirty="0"/>
            </a:pPr>
            <a:r>
              <a:rPr lang="en-US" dirty="0"/>
              <a:t>Text</a:t>
            </a:r>
            <a:endParaRPr lang="en-US" dirty="0"/>
          </a:p>
        </p:txBody>
      </p:sp>
      <p:pic>
        <p:nvPicPr>
          <p:cNvPr id="6" name="Picture 5" descr="Screenshot 2026-05-06 at 3.37.25 PM"/>
          <p:cNvPicPr>
            <a:picLocks noChangeAspect="1"/>
          </p:cNvPicPr>
          <p:nvPr/>
        </p:nvPicPr>
        <p:blipFill>
          <a:blip r:embed="rId1"/>
          <a:stretch>
            <a:fillRect/>
          </a:stretch>
        </p:blipFill>
        <p:spPr>
          <a:xfrm>
            <a:off x="152400" y="1295400"/>
            <a:ext cx="8804275" cy="49942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E51DD9D3-54DF-450F-A286-E8E2FAE2A330}"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CONCLUSION</a:t>
            </a:r>
            <a:endParaRPr lang="en-US" sz="3200" b="1" dirty="0">
              <a:solidFill>
                <a:srgbClr val="7030A0"/>
              </a:solidFill>
              <a:latin typeface="Times New Roman" panose="02020503050405090304"/>
            </a:endParaRPr>
          </a:p>
        </p:txBody>
      </p:sp>
      <p:sp>
        <p:nvSpPr>
          <p:cNvPr id="5" name="Text Box 1048699"/>
          <p:cNvSpPr txBox="1"/>
          <p:nvPr/>
        </p:nvSpPr>
        <p:spPr>
          <a:xfrm>
            <a:off x="457157" y="1523761"/>
            <a:ext cx="8074744" cy="2999740"/>
          </a:xfrm>
          <a:prstGeom prst="rect">
            <a:avLst/>
          </a:prstGeom>
        </p:spPr>
        <p:txBody>
          <a:bodyPr wrap="square" rtlCol="0">
            <a:spAutoFit/>
          </a:bodyPr>
          <a:lstStyle/>
          <a:p>
            <a:pPr marL="457200" lvl="1" indent="457200" algn="just">
              <a:lnSpc>
                <a:spcPct val="150000"/>
              </a:lnSpc>
              <a:buNone/>
            </a:pPr>
            <a:r>
              <a:rPr lang="en-US" altLang="en-US" dirty="0">
                <a:solidFill>
                  <a:srgbClr val="000000"/>
                </a:solidFill>
                <a:latin typeface="Times New Roman" panose="02020503050405090304" pitchFamily="18" charset="0"/>
                <a:cs typeface="Times New Roman" panose="02020503050405090304" pitchFamily="18" charset="0"/>
              </a:rPr>
              <a:t>The SaaS Subscription &amp; Feature Entitlement Platform provides a scalable and secure API-driven infrastructure for managing subscriptions and feature access across multiple applications. The system simplifies SaaS development by centralizing subscription lifecycle management, entitlement verification, and usage tracking into a reusable service platform. With multi-tenant architecture and real-time API validation, the project offers a modern solution for scalable SaaS product development.</a:t>
            </a:r>
            <a:endParaRPr lang="en-US" altLang="en-US" dirty="0">
              <a:solidFill>
                <a:srgbClr val="0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E51DD9D3-54DF-450F-A286-E8E2FAE2A330}"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FUTURE SCOPE</a:t>
            </a:r>
            <a:endParaRPr lang="en-US" sz="3200" b="1" dirty="0">
              <a:solidFill>
                <a:srgbClr val="7030A0"/>
              </a:solidFill>
              <a:latin typeface="Times New Roman" panose="02020503050405090304"/>
            </a:endParaRPr>
          </a:p>
        </p:txBody>
      </p:sp>
      <p:sp>
        <p:nvSpPr>
          <p:cNvPr id="5" name="Text Box 1048699"/>
          <p:cNvSpPr txBox="1"/>
          <p:nvPr/>
        </p:nvSpPr>
        <p:spPr>
          <a:xfrm>
            <a:off x="838157" y="1371361"/>
            <a:ext cx="8074744" cy="3784600"/>
          </a:xfrm>
          <a:prstGeom prst="rect">
            <a:avLst/>
          </a:prstGeom>
        </p:spPr>
        <p:txBody>
          <a:bodyPr wrap="square" rtlCol="0">
            <a:spAutoFit/>
          </a:bodyPr>
          <a:lstStyle/>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AI-based subscription recommendations</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Real-time billing automation</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Advanced analytics dashboards</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Mobile SDK integration</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Multi-currency payment support</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OAuth and SSO authentication</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Webhook automation system</a:t>
            </a:r>
            <a:endParaRPr lang="en-US" altLang="en-US" sz="2000" dirty="0">
              <a:latin typeface="Times New Roman" panose="02020503050405090304" pitchFamily="18" charset="0"/>
              <a:cs typeface="Times New Roman" panose="02020503050405090304" pitchFamily="18" charset="0"/>
            </a:endParaRPr>
          </a:p>
          <a:p>
            <a:pPr marL="285750" indent="-285750">
              <a:lnSpc>
                <a:spcPct val="150000"/>
              </a:lnSpc>
              <a:buFont typeface="Arial" panose="020B0604020202090204" pitchFamily="34" charset="0"/>
              <a:buChar char="•"/>
            </a:pPr>
            <a:r>
              <a:rPr lang="en-US" altLang="en-US" sz="2000" dirty="0">
                <a:latin typeface="Times New Roman" panose="02020503050405090304" pitchFamily="18" charset="0"/>
                <a:cs typeface="Times New Roman" panose="02020503050405090304" pitchFamily="18" charset="0"/>
              </a:rPr>
              <a:t>Enterprise SaaS scaling support</a:t>
            </a:r>
            <a:endParaRPr lang="en-US" altLang="en-US" sz="20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048692"/>
          <p:cNvSpPr>
            <a:spLocks noGrp="1"/>
          </p:cNvSpPr>
          <p:nvPr>
            <p:ph type="ftr" sz="quarter" idx="11"/>
          </p:nvPr>
        </p:nvSpPr>
        <p:spPr>
          <a:xfrm>
            <a:off x="3124200" y="6356350"/>
            <a:ext cx="3200400" cy="365125"/>
          </a:xfrm>
        </p:spPr>
        <p:txBody>
          <a:bodyPr rtlCol="0"/>
          <a:lstStyle/>
          <a:p>
            <a:r>
              <a:rPr lang="en-US"/>
              <a:t>ITC1327  Full Stack Development</a:t>
            </a:r>
            <a:endParaRPr lang="en-US" dirty="0"/>
          </a:p>
        </p:txBody>
      </p:sp>
      <p:sp>
        <p:nvSpPr>
          <p:cNvPr id="3" name="Slide Number Placeholder 1048693"/>
          <p:cNvSpPr>
            <a:spLocks noGrp="1"/>
          </p:cNvSpPr>
          <p:nvPr>
            <p:ph type="sldNum" sz="quarter" idx="12"/>
          </p:nvPr>
        </p:nvSpPr>
        <p:spPr/>
        <p:txBody>
          <a:bodyPr rtlCol="0"/>
          <a:lstStyle/>
          <a:p>
            <a:fld id="{E51DD9D3-54DF-450F-A286-E8E2FAE2A330}" type="slidenum">
              <a:rPr/>
            </a:fld>
            <a:endParaRPr lang="en-US" dirty="0"/>
          </a:p>
        </p:txBody>
      </p:sp>
      <p:sp>
        <p:nvSpPr>
          <p:cNvPr id="4" name="Text Box 1048698"/>
          <p:cNvSpPr txBox="1"/>
          <p:nvPr/>
        </p:nvSpPr>
        <p:spPr>
          <a:xfrm>
            <a:off x="534627" y="711597"/>
            <a:ext cx="3760414" cy="583565"/>
          </a:xfrm>
          <a:prstGeom prst="rect">
            <a:avLst/>
          </a:prstGeom>
        </p:spPr>
        <p:txBody>
          <a:bodyPr wrap="square" rtlCol="0">
            <a:spAutoFit/>
          </a:bodyPr>
          <a:lstStyle/>
          <a:p>
            <a:r>
              <a:rPr lang="en-US" sz="3200" b="1" dirty="0">
                <a:solidFill>
                  <a:srgbClr val="7030A0"/>
                </a:solidFill>
                <a:latin typeface="Times New Roman" panose="02020503050405090304"/>
              </a:rPr>
              <a:t>REFERENCES</a:t>
            </a:r>
            <a:endParaRPr lang="en-US" sz="3200" b="1" dirty="0">
              <a:solidFill>
                <a:srgbClr val="7030A0"/>
              </a:solidFill>
              <a:latin typeface="Times New Roman" panose="02020503050405090304"/>
            </a:endParaRPr>
          </a:p>
        </p:txBody>
      </p:sp>
      <p:sp>
        <p:nvSpPr>
          <p:cNvPr id="5" name="Text Box 1048699"/>
          <p:cNvSpPr txBox="1"/>
          <p:nvPr/>
        </p:nvSpPr>
        <p:spPr>
          <a:xfrm>
            <a:off x="534627" y="1295161"/>
            <a:ext cx="8074744" cy="4246245"/>
          </a:xfrm>
          <a:prstGeom prst="rect">
            <a:avLst/>
          </a:prstGeom>
        </p:spPr>
        <p:txBody>
          <a:bodyPr wrap="square" rtlCol="0">
            <a:spAutoFit/>
          </a:bodyPr>
          <a:lstStyle/>
          <a:p>
            <a:pPr marL="285750" lvl="0" indent="-285750">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Sharma, R., &amp; Gupta, A. (2021). API-Driven SaaS Subscription Management System for Multi-Tenant Applications. International Journal of Computer Applications.</a:t>
            </a:r>
            <a:endParaRPr lang="en-US" altLang="en-US" dirty="0">
              <a:latin typeface="Times New Roman" panose="02020503050405090304" pitchFamily="18" charset="0"/>
              <a:cs typeface="Times New Roman" panose="02020503050405090304" pitchFamily="18" charset="0"/>
            </a:endParaRPr>
          </a:p>
          <a:p>
            <a:pPr marL="285750" lvl="0" indent="-285750">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Kumar, S., &amp; Patel, D. (2022). Feature Entitlement and Usage Tracking Mechanisms in Cloud-Based SaaS Platforms. International Journal of Advanced Research in Computer Science.</a:t>
            </a:r>
            <a:endParaRPr lang="en-US" altLang="en-US" dirty="0">
              <a:latin typeface="Times New Roman" panose="02020503050405090304" pitchFamily="18" charset="0"/>
              <a:cs typeface="Times New Roman" panose="02020503050405090304" pitchFamily="18" charset="0"/>
            </a:endParaRPr>
          </a:p>
          <a:p>
            <a:pPr marL="285750" lvl="0" indent="-285750">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Singh, P., &amp; Verma, R. (2020). Secure API Key Authentication and Role-Based Access Control for SaaS Systems. Journal of Information Security and Applications.</a:t>
            </a:r>
            <a:endParaRPr lang="en-US" altLang="en-US" dirty="0">
              <a:latin typeface="Times New Roman" panose="02020503050405090304" pitchFamily="18" charset="0"/>
              <a:cs typeface="Times New Roman" panose="02020503050405090304" pitchFamily="18" charset="0"/>
            </a:endParaRPr>
          </a:p>
          <a:p>
            <a:pPr marL="285750" lvl="0" indent="-285750">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Mehta, K., &amp; Joshi, M. (2023). Subscription Billing and Webhook Integration in Modern SaaS Architectures. International Journal of Information Systems and Technology.</a:t>
            </a:r>
            <a:endParaRPr lang="en-US" altLang="en-US" dirty="0">
              <a:latin typeface="Times New Roman" panose="02020503050405090304" pitchFamily="18" charset="0"/>
              <a:cs typeface="Times New Roman" panose="02020503050405090304" pitchFamily="18" charset="0"/>
            </a:endParaRPr>
          </a:p>
          <a:p>
            <a:pPr marL="285750" lvl="0" indent="-285750">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Rao, V., &amp; Nair, S. (2019). Multi-Tenant SaaS Platform Design Using REST APIs and Cloud Infrastructure. International Journal of Software Engineering and Applications.</a:t>
            </a:r>
            <a:endParaRPr lang="en-US" altLang="en-US" dirty="0">
              <a:latin typeface="Times New Roman" panose="02020503050405090304" pitchFamily="18" charset="0"/>
              <a:cs typeface="Times New Roman" panose="0202050305040509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solidFill>
            <a:schemeClr val="phClr">
              <a:shade val="95000"/>
              <a:satMod val="104999"/>
            </a:schemeClr>
          </a:solid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a:solidFill>
            <a:schemeClr val="phClr">
              <a:shade val="95000"/>
              <a:satMod val="104999"/>
            </a:schemeClr>
          </a:solidFill>
          <a:prstDash val="solid"/>
        </a:ln>
        <a:ln w="25400" cap="flat">
          <a:solidFill>
            <a:schemeClr val="phClr"/>
          </a:solidFill>
          <a:prstDash val="solid"/>
        </a:ln>
        <a:ln w="38100" cap="flat">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6392</Words>
  <Application>WPS Presentation</Application>
  <PresentationFormat>On-screen Show (4:3)</PresentationFormat>
  <Paragraphs>246</Paragraphs>
  <Slides>15</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15</vt:i4>
      </vt:variant>
    </vt:vector>
  </HeadingPairs>
  <TitlesOfParts>
    <vt:vector size="30" baseType="lpstr">
      <vt:lpstr>Arial</vt:lpstr>
      <vt:lpstr>SimSun</vt:lpstr>
      <vt:lpstr>Wingdings</vt:lpstr>
      <vt:lpstr>Calibri</vt:lpstr>
      <vt:lpstr>Times New Roman</vt:lpstr>
      <vt:lpstr>Arial</vt:lpstr>
      <vt:lpstr>Helvetica Neue</vt:lpstr>
      <vt:lpstr>Times New Roman</vt:lpstr>
      <vt:lpstr>Times New Roman Regular</vt:lpstr>
      <vt:lpstr>Times New Roman Bold</vt:lpstr>
      <vt:lpstr>Microsoft YaHei</vt:lpstr>
      <vt:lpstr>汉仪旗黑</vt:lpstr>
      <vt:lpstr>宋体-简</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COSMIC GOD</cp:lastModifiedBy>
  <cp:revision>8</cp:revision>
  <dcterms:created xsi:type="dcterms:W3CDTF">2026-05-06T10:15:24Z</dcterms:created>
  <dcterms:modified xsi:type="dcterms:W3CDTF">2026-05-06T10:15:24Z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1033-12.1.25867.25867</vt:lpwstr>
  </property>
  <property fmtid="{D5CDD505-2E9C-101B-9397-08002B2CF9AE}" pid="3" name="ICV">
    <vt:lpwstr>6C6BD6295114B35BF612FB69AA295292_42</vt:lpwstr>
  </property>
</Properties>
</file>